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072931-7341-4547-8FDE-350760F2C525}" v="4" dt="2024-01-29T09:34:28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재" userId="1d7995c1-5f7c-4e08-b977-e3b2be4af101" providerId="ADAL" clId="{26072931-7341-4547-8FDE-350760F2C525}"/>
    <pc:docChg chg="undo custSel addSld modSld">
      <pc:chgData name="이승재" userId="1d7995c1-5f7c-4e08-b977-e3b2be4af101" providerId="ADAL" clId="{26072931-7341-4547-8FDE-350760F2C525}" dt="2024-01-29T09:40:47.321" v="3921" actId="20577"/>
      <pc:docMkLst>
        <pc:docMk/>
      </pc:docMkLst>
      <pc:sldChg chg="addSp modSp new mod">
        <pc:chgData name="이승재" userId="1d7995c1-5f7c-4e08-b977-e3b2be4af101" providerId="ADAL" clId="{26072931-7341-4547-8FDE-350760F2C525}" dt="2024-01-29T08:44:51.924" v="91" actId="1076"/>
        <pc:sldMkLst>
          <pc:docMk/>
          <pc:sldMk cId="2023525459" sldId="256"/>
        </pc:sldMkLst>
        <pc:spChg chg="mod">
          <ac:chgData name="이승재" userId="1d7995c1-5f7c-4e08-b977-e3b2be4af101" providerId="ADAL" clId="{26072931-7341-4547-8FDE-350760F2C525}" dt="2024-01-29T08:44:08.577" v="29" actId="404"/>
          <ac:spMkLst>
            <pc:docMk/>
            <pc:sldMk cId="2023525459" sldId="256"/>
            <ac:spMk id="2" creationId="{B5497F1F-9F64-BDBF-B233-EC550BD2B6A5}"/>
          </ac:spMkLst>
        </pc:spChg>
        <pc:spChg chg="mod">
          <ac:chgData name="이승재" userId="1d7995c1-5f7c-4e08-b977-e3b2be4af101" providerId="ADAL" clId="{26072931-7341-4547-8FDE-350760F2C525}" dt="2024-01-29T08:44:29.827" v="64" actId="20577"/>
          <ac:spMkLst>
            <pc:docMk/>
            <pc:sldMk cId="2023525459" sldId="256"/>
            <ac:spMk id="3" creationId="{9E83CBE4-9217-C669-1ABB-DAF96E836F3C}"/>
          </ac:spMkLst>
        </pc:spChg>
        <pc:spChg chg="add mod">
          <ac:chgData name="이승재" userId="1d7995c1-5f7c-4e08-b977-e3b2be4af101" providerId="ADAL" clId="{26072931-7341-4547-8FDE-350760F2C525}" dt="2024-01-29T08:44:51.924" v="91" actId="1076"/>
          <ac:spMkLst>
            <pc:docMk/>
            <pc:sldMk cId="2023525459" sldId="256"/>
            <ac:spMk id="4" creationId="{99112109-20BF-0401-6AAB-F12FA7BD68F9}"/>
          </ac:spMkLst>
        </pc:spChg>
      </pc:sldChg>
      <pc:sldChg chg="addSp delSp modSp new mod setBg">
        <pc:chgData name="이승재" userId="1d7995c1-5f7c-4e08-b977-e3b2be4af101" providerId="ADAL" clId="{26072931-7341-4547-8FDE-350760F2C525}" dt="2024-01-29T08:50:09.223" v="499" actId="20577"/>
        <pc:sldMkLst>
          <pc:docMk/>
          <pc:sldMk cId="3952015143" sldId="257"/>
        </pc:sldMkLst>
        <pc:spChg chg="mod">
          <ac:chgData name="이승재" userId="1d7995c1-5f7c-4e08-b977-e3b2be4af101" providerId="ADAL" clId="{26072931-7341-4547-8FDE-350760F2C525}" dt="2024-01-29T08:46:52.726" v="108" actId="26606"/>
          <ac:spMkLst>
            <pc:docMk/>
            <pc:sldMk cId="3952015143" sldId="257"/>
            <ac:spMk id="2" creationId="{7921094B-829F-3E4F-CFC3-226A75E42B11}"/>
          </ac:spMkLst>
        </pc:spChg>
        <pc:spChg chg="del">
          <ac:chgData name="이승재" userId="1d7995c1-5f7c-4e08-b977-e3b2be4af101" providerId="ADAL" clId="{26072931-7341-4547-8FDE-350760F2C525}" dt="2024-01-29T08:46:48.382" v="107"/>
          <ac:spMkLst>
            <pc:docMk/>
            <pc:sldMk cId="3952015143" sldId="257"/>
            <ac:spMk id="3" creationId="{4752AB69-D209-3EF3-2618-7871151D189B}"/>
          </ac:spMkLst>
        </pc:spChg>
        <pc:spChg chg="add mod">
          <ac:chgData name="이승재" userId="1d7995c1-5f7c-4e08-b977-e3b2be4af101" providerId="ADAL" clId="{26072931-7341-4547-8FDE-350760F2C525}" dt="2024-01-29T08:50:09.223" v="499" actId="20577"/>
          <ac:spMkLst>
            <pc:docMk/>
            <pc:sldMk cId="3952015143" sldId="257"/>
            <ac:spMk id="1030" creationId="{FAF4D763-A4B0-7A87-3397-C5A72FF5E591}"/>
          </ac:spMkLst>
        </pc:spChg>
        <pc:spChg chg="add">
          <ac:chgData name="이승재" userId="1d7995c1-5f7c-4e08-b977-e3b2be4af101" providerId="ADAL" clId="{26072931-7341-4547-8FDE-350760F2C525}" dt="2024-01-29T08:46:52.726" v="108" actId="26606"/>
          <ac:spMkLst>
            <pc:docMk/>
            <pc:sldMk cId="3952015143" sldId="257"/>
            <ac:spMk id="1033" creationId="{649C91A9-84E7-4BF0-9026-62F01380D853}"/>
          </ac:spMkLst>
        </pc:spChg>
        <pc:spChg chg="add">
          <ac:chgData name="이승재" userId="1d7995c1-5f7c-4e08-b977-e3b2be4af101" providerId="ADAL" clId="{26072931-7341-4547-8FDE-350760F2C525}" dt="2024-01-29T08:46:52.726" v="108" actId="26606"/>
          <ac:spMkLst>
            <pc:docMk/>
            <pc:sldMk cId="3952015143" sldId="257"/>
            <ac:spMk id="1035" creationId="{9B47378D-AD27-45D0-8C1C-5B1098DCC068}"/>
          </ac:spMkLst>
        </pc:spChg>
        <pc:picChg chg="add mod">
          <ac:chgData name="이승재" userId="1d7995c1-5f7c-4e08-b977-e3b2be4af101" providerId="ADAL" clId="{26072931-7341-4547-8FDE-350760F2C525}" dt="2024-01-29T08:46:55.528" v="109" actId="27614"/>
          <ac:picMkLst>
            <pc:docMk/>
            <pc:sldMk cId="3952015143" sldId="257"/>
            <ac:picMk id="1026" creationId="{B4365B79-E243-7638-2FE3-B2D8185B6C27}"/>
          </ac:picMkLst>
        </pc:picChg>
      </pc:sldChg>
      <pc:sldChg chg="modSp new mod">
        <pc:chgData name="이승재" userId="1d7995c1-5f7c-4e08-b977-e3b2be4af101" providerId="ADAL" clId="{26072931-7341-4547-8FDE-350760F2C525}" dt="2024-01-29T08:54:39.292" v="1329" actId="113"/>
        <pc:sldMkLst>
          <pc:docMk/>
          <pc:sldMk cId="3180091168" sldId="258"/>
        </pc:sldMkLst>
        <pc:spChg chg="mod">
          <ac:chgData name="이승재" userId="1d7995c1-5f7c-4e08-b977-e3b2be4af101" providerId="ADAL" clId="{26072931-7341-4547-8FDE-350760F2C525}" dt="2024-01-29T08:50:50.519" v="636" actId="404"/>
          <ac:spMkLst>
            <pc:docMk/>
            <pc:sldMk cId="3180091168" sldId="258"/>
            <ac:spMk id="2" creationId="{FFF28109-C53B-1591-42AE-B757A05175EC}"/>
          </ac:spMkLst>
        </pc:spChg>
        <pc:spChg chg="mod">
          <ac:chgData name="이승재" userId="1d7995c1-5f7c-4e08-b977-e3b2be4af101" providerId="ADAL" clId="{26072931-7341-4547-8FDE-350760F2C525}" dt="2024-01-29T08:54:39.292" v="1329" actId="113"/>
          <ac:spMkLst>
            <pc:docMk/>
            <pc:sldMk cId="3180091168" sldId="258"/>
            <ac:spMk id="3" creationId="{7B93DD6C-0697-34ED-148E-D6BC3D135FDD}"/>
          </ac:spMkLst>
        </pc:spChg>
      </pc:sldChg>
      <pc:sldChg chg="modSp new mod">
        <pc:chgData name="이승재" userId="1d7995c1-5f7c-4e08-b977-e3b2be4af101" providerId="ADAL" clId="{26072931-7341-4547-8FDE-350760F2C525}" dt="2024-01-29T09:00:24.333" v="2136" actId="20577"/>
        <pc:sldMkLst>
          <pc:docMk/>
          <pc:sldMk cId="4244181762" sldId="259"/>
        </pc:sldMkLst>
        <pc:spChg chg="mod">
          <ac:chgData name="이승재" userId="1d7995c1-5f7c-4e08-b977-e3b2be4af101" providerId="ADAL" clId="{26072931-7341-4547-8FDE-350760F2C525}" dt="2024-01-29T08:54:54.091" v="1346" actId="20577"/>
          <ac:spMkLst>
            <pc:docMk/>
            <pc:sldMk cId="4244181762" sldId="259"/>
            <ac:spMk id="2" creationId="{26D5F2B0-D186-26A4-B41B-3ACABD3B27CC}"/>
          </ac:spMkLst>
        </pc:spChg>
        <pc:spChg chg="mod">
          <ac:chgData name="이승재" userId="1d7995c1-5f7c-4e08-b977-e3b2be4af101" providerId="ADAL" clId="{26072931-7341-4547-8FDE-350760F2C525}" dt="2024-01-29T09:00:24.333" v="2136" actId="20577"/>
          <ac:spMkLst>
            <pc:docMk/>
            <pc:sldMk cId="4244181762" sldId="259"/>
            <ac:spMk id="3" creationId="{F9204095-E652-A382-5C95-B44BA62B139E}"/>
          </ac:spMkLst>
        </pc:spChg>
      </pc:sldChg>
      <pc:sldChg chg="modSp new mod">
        <pc:chgData name="이승재" userId="1d7995c1-5f7c-4e08-b977-e3b2be4af101" providerId="ADAL" clId="{26072931-7341-4547-8FDE-350760F2C525}" dt="2024-01-29T09:27:55.853" v="3200" actId="20577"/>
        <pc:sldMkLst>
          <pc:docMk/>
          <pc:sldMk cId="137463" sldId="260"/>
        </pc:sldMkLst>
        <pc:spChg chg="mod">
          <ac:chgData name="이승재" userId="1d7995c1-5f7c-4e08-b977-e3b2be4af101" providerId="ADAL" clId="{26072931-7341-4547-8FDE-350760F2C525}" dt="2024-01-29T09:00:41.098" v="2168" actId="404"/>
          <ac:spMkLst>
            <pc:docMk/>
            <pc:sldMk cId="137463" sldId="260"/>
            <ac:spMk id="2" creationId="{6676E017-89A7-8ADC-A159-3186B90EB5E0}"/>
          </ac:spMkLst>
        </pc:spChg>
        <pc:spChg chg="mod">
          <ac:chgData name="이승재" userId="1d7995c1-5f7c-4e08-b977-e3b2be4af101" providerId="ADAL" clId="{26072931-7341-4547-8FDE-350760F2C525}" dt="2024-01-29T09:27:55.853" v="3200" actId="20577"/>
          <ac:spMkLst>
            <pc:docMk/>
            <pc:sldMk cId="137463" sldId="260"/>
            <ac:spMk id="3" creationId="{AF4734C2-2392-7A69-63AC-4DC4810D033B}"/>
          </ac:spMkLst>
        </pc:spChg>
      </pc:sldChg>
      <pc:sldChg chg="addSp delSp modSp new mod setBg">
        <pc:chgData name="이승재" userId="1d7995c1-5f7c-4e08-b977-e3b2be4af101" providerId="ADAL" clId="{26072931-7341-4547-8FDE-350760F2C525}" dt="2024-01-29T09:16:47.743" v="2664" actId="26606"/>
        <pc:sldMkLst>
          <pc:docMk/>
          <pc:sldMk cId="3764190479" sldId="261"/>
        </pc:sldMkLst>
        <pc:spChg chg="del mod">
          <ac:chgData name="이승재" userId="1d7995c1-5f7c-4e08-b977-e3b2be4af101" providerId="ADAL" clId="{26072931-7341-4547-8FDE-350760F2C525}" dt="2024-01-29T09:16:30.280" v="2660" actId="478"/>
          <ac:spMkLst>
            <pc:docMk/>
            <pc:sldMk cId="3764190479" sldId="261"/>
            <ac:spMk id="2" creationId="{F5849DF4-0410-AEC5-51E2-1AE6D8410411}"/>
          </ac:spMkLst>
        </pc:spChg>
        <pc:spChg chg="del mod ord">
          <ac:chgData name="이승재" userId="1d7995c1-5f7c-4e08-b977-e3b2be4af101" providerId="ADAL" clId="{26072931-7341-4547-8FDE-350760F2C525}" dt="2024-01-29T09:15:37.605" v="2644" actId="26606"/>
          <ac:spMkLst>
            <pc:docMk/>
            <pc:sldMk cId="3764190479" sldId="261"/>
            <ac:spMk id="3" creationId="{1FBA470E-5863-4004-3883-A4184CF2EC2A}"/>
          </ac:spMkLst>
        </pc:spChg>
        <pc:spChg chg="add del mod">
          <ac:chgData name="이승재" userId="1d7995c1-5f7c-4e08-b977-e3b2be4af101" providerId="ADAL" clId="{26072931-7341-4547-8FDE-350760F2C525}" dt="2024-01-29T09:16:32.529" v="2661" actId="478"/>
          <ac:spMkLst>
            <pc:docMk/>
            <pc:sldMk cId="3764190479" sldId="261"/>
            <ac:spMk id="9" creationId="{F1BC2B26-F63D-E4A1-13BC-22BF5167A76D}"/>
          </ac:spMkLst>
        </pc:spChg>
        <pc:spChg chg="add del">
          <ac:chgData name="이승재" userId="1d7995c1-5f7c-4e08-b977-e3b2be4af101" providerId="ADAL" clId="{26072931-7341-4547-8FDE-350760F2C525}" dt="2024-01-29T09:15:26.036" v="2642" actId="26606"/>
          <ac:spMkLst>
            <pc:docMk/>
            <pc:sldMk cId="3764190479" sldId="261"/>
            <ac:spMk id="10" creationId="{2596F992-698C-48C0-9D89-70DA4CE927EF}"/>
          </ac:spMkLst>
        </pc:spChg>
        <pc:spChg chg="add del">
          <ac:chgData name="이승재" userId="1d7995c1-5f7c-4e08-b977-e3b2be4af101" providerId="ADAL" clId="{26072931-7341-4547-8FDE-350760F2C525}" dt="2024-01-29T09:15:26.036" v="2642" actId="26606"/>
          <ac:spMkLst>
            <pc:docMk/>
            <pc:sldMk cId="3764190479" sldId="261"/>
            <ac:spMk id="12" creationId="{E7BFF8DC-0AE7-4AD2-9B28-2E5F26D62C30}"/>
          </ac:spMkLst>
        </pc:spChg>
        <pc:spChg chg="add del">
          <ac:chgData name="이승재" userId="1d7995c1-5f7c-4e08-b977-e3b2be4af101" providerId="ADAL" clId="{26072931-7341-4547-8FDE-350760F2C525}" dt="2024-01-29T09:15:26.036" v="2642" actId="26606"/>
          <ac:spMkLst>
            <pc:docMk/>
            <pc:sldMk cId="3764190479" sldId="261"/>
            <ac:spMk id="14" creationId="{7E0162AD-C6E5-4BF8-A453-76ADB36877D3}"/>
          </ac:spMkLst>
        </pc:spChg>
        <pc:spChg chg="add del">
          <ac:chgData name="이승재" userId="1d7995c1-5f7c-4e08-b977-e3b2be4af101" providerId="ADAL" clId="{26072931-7341-4547-8FDE-350760F2C525}" dt="2024-01-29T09:15:37.605" v="2644" actId="26606"/>
          <ac:spMkLst>
            <pc:docMk/>
            <pc:sldMk cId="3764190479" sldId="261"/>
            <ac:spMk id="19" creationId="{1B15ED52-F352-441B-82BF-E0EA34836D08}"/>
          </ac:spMkLst>
        </pc:spChg>
        <pc:spChg chg="add del">
          <ac:chgData name="이승재" userId="1d7995c1-5f7c-4e08-b977-e3b2be4af101" providerId="ADAL" clId="{26072931-7341-4547-8FDE-350760F2C525}" dt="2024-01-29T09:15:37.605" v="2644" actId="26606"/>
          <ac:spMkLst>
            <pc:docMk/>
            <pc:sldMk cId="3764190479" sldId="261"/>
            <ac:spMk id="21" creationId="{3B2E3793-BFE6-45A2-9B7B-E18844431C99}"/>
          </ac:spMkLst>
        </pc:spChg>
        <pc:spChg chg="add del">
          <ac:chgData name="이승재" userId="1d7995c1-5f7c-4e08-b977-e3b2be4af101" providerId="ADAL" clId="{26072931-7341-4547-8FDE-350760F2C525}" dt="2024-01-29T09:15:37.605" v="2644" actId="26606"/>
          <ac:spMkLst>
            <pc:docMk/>
            <pc:sldMk cId="3764190479" sldId="261"/>
            <ac:spMk id="23" creationId="{BC4C4868-CB8F-4AF9-9CDB-8108F2C19B67}"/>
          </ac:spMkLst>
        </pc:spChg>
        <pc:spChg chg="add del">
          <ac:chgData name="이승재" userId="1d7995c1-5f7c-4e08-b977-e3b2be4af101" providerId="ADAL" clId="{26072931-7341-4547-8FDE-350760F2C525}" dt="2024-01-29T09:15:37.605" v="2644" actId="26606"/>
          <ac:spMkLst>
            <pc:docMk/>
            <pc:sldMk cId="3764190479" sldId="261"/>
            <ac:spMk id="25" creationId="{375E0459-6403-40CD-989D-56A4407CA12E}"/>
          </ac:spMkLst>
        </pc:spChg>
        <pc:spChg chg="add del">
          <ac:chgData name="이승재" userId="1d7995c1-5f7c-4e08-b977-e3b2be4af101" providerId="ADAL" clId="{26072931-7341-4547-8FDE-350760F2C525}" dt="2024-01-29T09:15:37.605" v="2644" actId="26606"/>
          <ac:spMkLst>
            <pc:docMk/>
            <pc:sldMk cId="3764190479" sldId="261"/>
            <ac:spMk id="27" creationId="{53E5B1A8-3AC9-4BD1-9BBC-78CA94F2D1BA}"/>
          </ac:spMkLst>
        </pc:spChg>
        <pc:spChg chg="add del">
          <ac:chgData name="이승재" userId="1d7995c1-5f7c-4e08-b977-e3b2be4af101" providerId="ADAL" clId="{26072931-7341-4547-8FDE-350760F2C525}" dt="2024-01-29T09:16:47.743" v="2664" actId="26606"/>
          <ac:spMkLst>
            <pc:docMk/>
            <pc:sldMk cId="3764190479" sldId="261"/>
            <ac:spMk id="32" creationId="{0E91F5CA-B392-444C-88E3-BF5BAAEBDEB0}"/>
          </ac:spMkLst>
        </pc:spChg>
        <pc:spChg chg="add del">
          <ac:chgData name="이승재" userId="1d7995c1-5f7c-4e08-b977-e3b2be4af101" providerId="ADAL" clId="{26072931-7341-4547-8FDE-350760F2C525}" dt="2024-01-29T09:16:47.743" v="2664" actId="26606"/>
          <ac:spMkLst>
            <pc:docMk/>
            <pc:sldMk cId="3764190479" sldId="261"/>
            <ac:spMk id="34" creationId="{DFCA2118-59A2-4310-A4B2-F2CBA821E842}"/>
          </ac:spMkLst>
        </pc:spChg>
        <pc:spChg chg="add del">
          <ac:chgData name="이승재" userId="1d7995c1-5f7c-4e08-b977-e3b2be4af101" providerId="ADAL" clId="{26072931-7341-4547-8FDE-350760F2C525}" dt="2024-01-29T09:16:47.732" v="2663" actId="26606"/>
          <ac:spMkLst>
            <pc:docMk/>
            <pc:sldMk cId="3764190479" sldId="261"/>
            <ac:spMk id="39" creationId="{2D2B266D-3625-4584-A5C3-7D3F672CFF30}"/>
          </ac:spMkLst>
        </pc:spChg>
        <pc:spChg chg="add del">
          <ac:chgData name="이승재" userId="1d7995c1-5f7c-4e08-b977-e3b2be4af101" providerId="ADAL" clId="{26072931-7341-4547-8FDE-350760F2C525}" dt="2024-01-29T09:16:47.732" v="2663" actId="26606"/>
          <ac:spMkLst>
            <pc:docMk/>
            <pc:sldMk cId="3764190479" sldId="261"/>
            <ac:spMk id="41" creationId="{C463B99A-73EE-4FBB-B7C4-F9F9BCC25C65}"/>
          </ac:spMkLst>
        </pc:spChg>
        <pc:spChg chg="add del">
          <ac:chgData name="이승재" userId="1d7995c1-5f7c-4e08-b977-e3b2be4af101" providerId="ADAL" clId="{26072931-7341-4547-8FDE-350760F2C525}" dt="2024-01-29T09:16:47.732" v="2663" actId="26606"/>
          <ac:spMkLst>
            <pc:docMk/>
            <pc:sldMk cId="3764190479" sldId="261"/>
            <ac:spMk id="43" creationId="{A5D2A5D1-BA0D-47D3-B051-DA7743C46E28}"/>
          </ac:spMkLst>
        </pc:spChg>
        <pc:spChg chg="add">
          <ac:chgData name="이승재" userId="1d7995c1-5f7c-4e08-b977-e3b2be4af101" providerId="ADAL" clId="{26072931-7341-4547-8FDE-350760F2C525}" dt="2024-01-29T09:16:47.743" v="2664" actId="26606"/>
          <ac:spMkLst>
            <pc:docMk/>
            <pc:sldMk cId="3764190479" sldId="261"/>
            <ac:spMk id="45" creationId="{0E91F5CA-B392-444C-88E3-BF5BAAEBDEB0}"/>
          </ac:spMkLst>
        </pc:spChg>
        <pc:spChg chg="add">
          <ac:chgData name="이승재" userId="1d7995c1-5f7c-4e08-b977-e3b2be4af101" providerId="ADAL" clId="{26072931-7341-4547-8FDE-350760F2C525}" dt="2024-01-29T09:16:47.743" v="2664" actId="26606"/>
          <ac:spMkLst>
            <pc:docMk/>
            <pc:sldMk cId="3764190479" sldId="261"/>
            <ac:spMk id="46" creationId="{DFCA2118-59A2-4310-A4B2-F2CBA821E842}"/>
          </ac:spMkLst>
        </pc:spChg>
        <pc:picChg chg="add del mod">
          <ac:chgData name="이승재" userId="1d7995c1-5f7c-4e08-b977-e3b2be4af101" providerId="ADAL" clId="{26072931-7341-4547-8FDE-350760F2C525}" dt="2024-01-29T09:15:22.679" v="2640" actId="478"/>
          <ac:picMkLst>
            <pc:docMk/>
            <pc:sldMk cId="3764190479" sldId="261"/>
            <ac:picMk id="5" creationId="{28A1DDCD-83AE-A501-0097-3187E923718F}"/>
          </ac:picMkLst>
        </pc:picChg>
        <pc:picChg chg="add mod">
          <ac:chgData name="이승재" userId="1d7995c1-5f7c-4e08-b977-e3b2be4af101" providerId="ADAL" clId="{26072931-7341-4547-8FDE-350760F2C525}" dt="2024-01-29T09:16:47.732" v="2663" actId="26606"/>
          <ac:picMkLst>
            <pc:docMk/>
            <pc:sldMk cId="3764190479" sldId="261"/>
            <ac:picMk id="7" creationId="{99D0105F-5BDF-8DB1-5607-47C6181881BF}"/>
          </ac:picMkLst>
        </pc:picChg>
      </pc:sldChg>
      <pc:sldChg chg="addSp delSp modSp new mod setBg">
        <pc:chgData name="이승재" userId="1d7995c1-5f7c-4e08-b977-e3b2be4af101" providerId="ADAL" clId="{26072931-7341-4547-8FDE-350760F2C525}" dt="2024-01-29T09:26:29.368" v="2999" actId="15"/>
        <pc:sldMkLst>
          <pc:docMk/>
          <pc:sldMk cId="1638613586" sldId="262"/>
        </pc:sldMkLst>
        <pc:spChg chg="add del">
          <ac:chgData name="이승재" userId="1d7995c1-5f7c-4e08-b977-e3b2be4af101" providerId="ADAL" clId="{26072931-7341-4547-8FDE-350760F2C525}" dt="2024-01-29T09:23:44.633" v="2669" actId="26606"/>
          <ac:spMkLst>
            <pc:docMk/>
            <pc:sldMk cId="1638613586" sldId="262"/>
            <ac:spMk id="2" creationId="{AF76270F-75EB-D50B-A255-462F9EDBC1D7}"/>
          </ac:spMkLst>
        </pc:spChg>
        <pc:spChg chg="add del">
          <ac:chgData name="이승재" userId="1d7995c1-5f7c-4e08-b977-e3b2be4af101" providerId="ADAL" clId="{26072931-7341-4547-8FDE-350760F2C525}" dt="2024-01-29T09:23:44.633" v="2669" actId="26606"/>
          <ac:spMkLst>
            <pc:docMk/>
            <pc:sldMk cId="1638613586" sldId="262"/>
            <ac:spMk id="3" creationId="{ED046DC3-5BB8-C301-7265-D5F5A15D988E}"/>
          </ac:spMkLst>
        </pc:spChg>
        <pc:spChg chg="add del">
          <ac:chgData name="이승재" userId="1d7995c1-5f7c-4e08-b977-e3b2be4af101" providerId="ADAL" clId="{26072931-7341-4547-8FDE-350760F2C525}" dt="2024-01-29T09:23:44.620" v="2668" actId="26606"/>
          <ac:spMkLst>
            <pc:docMk/>
            <pc:sldMk cId="1638613586" sldId="262"/>
            <ac:spMk id="10" creationId="{F3060C83-F051-4F0E-ABAD-AA0DFC48B218}"/>
          </ac:spMkLst>
        </pc:spChg>
        <pc:spChg chg="add del">
          <ac:chgData name="이승재" userId="1d7995c1-5f7c-4e08-b977-e3b2be4af101" providerId="ADAL" clId="{26072931-7341-4547-8FDE-350760F2C525}" dt="2024-01-29T09:23:44.620" v="2668" actId="26606"/>
          <ac:spMkLst>
            <pc:docMk/>
            <pc:sldMk cId="1638613586" sldId="262"/>
            <ac:spMk id="12" creationId="{83C98ABE-055B-441F-B07E-44F97F083C39}"/>
          </ac:spMkLst>
        </pc:spChg>
        <pc:spChg chg="add del">
          <ac:chgData name="이승재" userId="1d7995c1-5f7c-4e08-b977-e3b2be4af101" providerId="ADAL" clId="{26072931-7341-4547-8FDE-350760F2C525}" dt="2024-01-29T09:23:44.620" v="2668" actId="26606"/>
          <ac:spMkLst>
            <pc:docMk/>
            <pc:sldMk cId="1638613586" sldId="262"/>
            <ac:spMk id="14" creationId="{29FDB030-9B49-4CED-8CCD-4D99382388AC}"/>
          </ac:spMkLst>
        </pc:spChg>
        <pc:spChg chg="add del">
          <ac:chgData name="이승재" userId="1d7995c1-5f7c-4e08-b977-e3b2be4af101" providerId="ADAL" clId="{26072931-7341-4547-8FDE-350760F2C525}" dt="2024-01-29T09:23:44.620" v="2668" actId="26606"/>
          <ac:spMkLst>
            <pc:docMk/>
            <pc:sldMk cId="1638613586" sldId="262"/>
            <ac:spMk id="16" creationId="{3783CA14-24A1-485C-8B30-D6A5D87987AD}"/>
          </ac:spMkLst>
        </pc:spChg>
        <pc:spChg chg="add del">
          <ac:chgData name="이승재" userId="1d7995c1-5f7c-4e08-b977-e3b2be4af101" providerId="ADAL" clId="{26072931-7341-4547-8FDE-350760F2C525}" dt="2024-01-29T09:23:44.620" v="2668" actId="26606"/>
          <ac:spMkLst>
            <pc:docMk/>
            <pc:sldMk cId="1638613586" sldId="262"/>
            <ac:spMk id="18" creationId="{9A97C86A-04D6-40F7-AE84-31AB43E6A846}"/>
          </ac:spMkLst>
        </pc:spChg>
        <pc:spChg chg="add del">
          <ac:chgData name="이승재" userId="1d7995c1-5f7c-4e08-b977-e3b2be4af101" providerId="ADAL" clId="{26072931-7341-4547-8FDE-350760F2C525}" dt="2024-01-29T09:23:44.620" v="2668" actId="26606"/>
          <ac:spMkLst>
            <pc:docMk/>
            <pc:sldMk cId="1638613586" sldId="262"/>
            <ac:spMk id="20" creationId="{FF9F2414-84E8-453E-B1F3-389FDE8192D9}"/>
          </ac:spMkLst>
        </pc:spChg>
        <pc:spChg chg="add del">
          <ac:chgData name="이승재" userId="1d7995c1-5f7c-4e08-b977-e3b2be4af101" providerId="ADAL" clId="{26072931-7341-4547-8FDE-350760F2C525}" dt="2024-01-29T09:23:44.620" v="2668" actId="26606"/>
          <ac:spMkLst>
            <pc:docMk/>
            <pc:sldMk cId="1638613586" sldId="262"/>
            <ac:spMk id="22" creationId="{3ECA69A1-7536-43AC-85EF-C7106179F5ED}"/>
          </ac:spMkLst>
        </pc:spChg>
        <pc:spChg chg="add del">
          <ac:chgData name="이승재" userId="1d7995c1-5f7c-4e08-b977-e3b2be4af101" providerId="ADAL" clId="{26072931-7341-4547-8FDE-350760F2C525}" dt="2024-01-29T09:24:01.363" v="2673" actId="26606"/>
          <ac:spMkLst>
            <pc:docMk/>
            <pc:sldMk cId="1638613586" sldId="262"/>
            <ac:spMk id="24" creationId="{8B3A2D1A-45FC-4F95-B150-1C13EF2F6D09}"/>
          </ac:spMkLst>
        </pc:spChg>
        <pc:spChg chg="add del">
          <ac:chgData name="이승재" userId="1d7995c1-5f7c-4e08-b977-e3b2be4af101" providerId="ADAL" clId="{26072931-7341-4547-8FDE-350760F2C525}" dt="2024-01-29T09:24:01.363" v="2673" actId="26606"/>
          <ac:spMkLst>
            <pc:docMk/>
            <pc:sldMk cId="1638613586" sldId="262"/>
            <ac:spMk id="25" creationId="{39C3C864-C625-4883-B868-9A4C470F4DD5}"/>
          </ac:spMkLst>
        </pc:spChg>
        <pc:spChg chg="add del mod">
          <ac:chgData name="이승재" userId="1d7995c1-5f7c-4e08-b977-e3b2be4af101" providerId="ADAL" clId="{26072931-7341-4547-8FDE-350760F2C525}" dt="2024-01-29T09:23:51.584" v="2672" actId="478"/>
          <ac:spMkLst>
            <pc:docMk/>
            <pc:sldMk cId="1638613586" sldId="262"/>
            <ac:spMk id="26" creationId="{AF76270F-75EB-D50B-A255-462F9EDBC1D7}"/>
          </ac:spMkLst>
        </pc:spChg>
        <pc:spChg chg="add mod">
          <ac:chgData name="이승재" userId="1d7995c1-5f7c-4e08-b977-e3b2be4af101" providerId="ADAL" clId="{26072931-7341-4547-8FDE-350760F2C525}" dt="2024-01-29T09:26:29.368" v="2999" actId="15"/>
          <ac:spMkLst>
            <pc:docMk/>
            <pc:sldMk cId="1638613586" sldId="262"/>
            <ac:spMk id="27" creationId="{ED046DC3-5BB8-C301-7265-D5F5A15D988E}"/>
          </ac:spMkLst>
        </pc:spChg>
        <pc:spChg chg="add del">
          <ac:chgData name="이승재" userId="1d7995c1-5f7c-4e08-b977-e3b2be4af101" providerId="ADAL" clId="{26072931-7341-4547-8FDE-350760F2C525}" dt="2024-01-29T09:26:22.718" v="2994" actId="26606"/>
          <ac:spMkLst>
            <pc:docMk/>
            <pc:sldMk cId="1638613586" sldId="262"/>
            <ac:spMk id="32" creationId="{2596F992-698C-48C0-9D89-70DA4CE927EF}"/>
          </ac:spMkLst>
        </pc:spChg>
        <pc:spChg chg="add del">
          <ac:chgData name="이승재" userId="1d7995c1-5f7c-4e08-b977-e3b2be4af101" providerId="ADAL" clId="{26072931-7341-4547-8FDE-350760F2C525}" dt="2024-01-29T09:26:22.718" v="2994" actId="26606"/>
          <ac:spMkLst>
            <pc:docMk/>
            <pc:sldMk cId="1638613586" sldId="262"/>
            <ac:spMk id="34" creationId="{E7BFF8DC-0AE7-4AD2-9B28-2E5F26D62C30}"/>
          </ac:spMkLst>
        </pc:spChg>
        <pc:spChg chg="add del">
          <ac:chgData name="이승재" userId="1d7995c1-5f7c-4e08-b977-e3b2be4af101" providerId="ADAL" clId="{26072931-7341-4547-8FDE-350760F2C525}" dt="2024-01-29T09:26:22.718" v="2994" actId="26606"/>
          <ac:spMkLst>
            <pc:docMk/>
            <pc:sldMk cId="1638613586" sldId="262"/>
            <ac:spMk id="36" creationId="{7E0162AD-C6E5-4BF8-A453-76ADB36877D3}"/>
          </ac:spMkLst>
        </pc:spChg>
        <pc:spChg chg="add">
          <ac:chgData name="이승재" userId="1d7995c1-5f7c-4e08-b977-e3b2be4af101" providerId="ADAL" clId="{26072931-7341-4547-8FDE-350760F2C525}" dt="2024-01-29T09:26:22.718" v="2994" actId="26606"/>
          <ac:spMkLst>
            <pc:docMk/>
            <pc:sldMk cId="1638613586" sldId="262"/>
            <ac:spMk id="41" creationId="{131BAD53-4E89-4F62-BBB7-26359763ED39}"/>
          </ac:spMkLst>
        </pc:spChg>
        <pc:spChg chg="add">
          <ac:chgData name="이승재" userId="1d7995c1-5f7c-4e08-b977-e3b2be4af101" providerId="ADAL" clId="{26072931-7341-4547-8FDE-350760F2C525}" dt="2024-01-29T09:26:22.718" v="2994" actId="26606"/>
          <ac:spMkLst>
            <pc:docMk/>
            <pc:sldMk cId="1638613586" sldId="262"/>
            <ac:spMk id="43" creationId="{62756DA2-40EB-4C6F-B962-5822FFB54FB6}"/>
          </ac:spMkLst>
        </pc:spChg>
        <pc:picChg chg="add mod ord">
          <ac:chgData name="이승재" userId="1d7995c1-5f7c-4e08-b977-e3b2be4af101" providerId="ADAL" clId="{26072931-7341-4547-8FDE-350760F2C525}" dt="2024-01-29T09:26:22.718" v="2994" actId="26606"/>
          <ac:picMkLst>
            <pc:docMk/>
            <pc:sldMk cId="1638613586" sldId="262"/>
            <ac:picMk id="5" creationId="{CE6F2571-5507-07A7-0ECC-3322FD653BE4}"/>
          </ac:picMkLst>
        </pc:picChg>
      </pc:sldChg>
      <pc:sldChg chg="addSp delSp modSp new mod setBg">
        <pc:chgData name="이승재" userId="1d7995c1-5f7c-4e08-b977-e3b2be4af101" providerId="ADAL" clId="{26072931-7341-4547-8FDE-350760F2C525}" dt="2024-01-29T09:33:06.740" v="3496" actId="11529"/>
        <pc:sldMkLst>
          <pc:docMk/>
          <pc:sldMk cId="267175848" sldId="263"/>
        </pc:sldMkLst>
        <pc:spChg chg="mod">
          <ac:chgData name="이승재" userId="1d7995c1-5f7c-4e08-b977-e3b2be4af101" providerId="ADAL" clId="{26072931-7341-4547-8FDE-350760F2C525}" dt="2024-01-29T09:30:15.353" v="3245" actId="404"/>
          <ac:spMkLst>
            <pc:docMk/>
            <pc:sldMk cId="267175848" sldId="263"/>
            <ac:spMk id="2" creationId="{13E33F46-42FD-BB68-D557-C9F2BBBEB55E}"/>
          </ac:spMkLst>
        </pc:spChg>
        <pc:spChg chg="del">
          <ac:chgData name="이승재" userId="1d7995c1-5f7c-4e08-b977-e3b2be4af101" providerId="ADAL" clId="{26072931-7341-4547-8FDE-350760F2C525}" dt="2024-01-29T09:29:33.779" v="3227"/>
          <ac:spMkLst>
            <pc:docMk/>
            <pc:sldMk cId="267175848" sldId="263"/>
            <ac:spMk id="3" creationId="{E7F8635E-21B9-B6FD-4D93-DE91F302CC35}"/>
          </ac:spMkLst>
        </pc:spChg>
        <pc:spChg chg="add del">
          <ac:chgData name="이승재" userId="1d7995c1-5f7c-4e08-b977-e3b2be4af101" providerId="ADAL" clId="{26072931-7341-4547-8FDE-350760F2C525}" dt="2024-01-29T09:29:40.823" v="3231" actId="26606"/>
          <ac:spMkLst>
            <pc:docMk/>
            <pc:sldMk cId="267175848" sldId="263"/>
            <ac:spMk id="9" creationId="{11B48408-AC59-E0D0-F621-A459F7CECF2D}"/>
          </ac:spMkLst>
        </pc:spChg>
        <pc:spChg chg="add del">
          <ac:chgData name="이승재" userId="1d7995c1-5f7c-4e08-b977-e3b2be4af101" providerId="ADAL" clId="{26072931-7341-4547-8FDE-350760F2C525}" dt="2024-01-29T09:29:40.823" v="3231" actId="26606"/>
          <ac:spMkLst>
            <pc:docMk/>
            <pc:sldMk cId="267175848" sldId="263"/>
            <ac:spMk id="12" creationId="{7FF47CB7-972F-479F-A36D-9E72D26EC8DA}"/>
          </ac:spMkLst>
        </pc:spChg>
        <pc:spChg chg="add del">
          <ac:chgData name="이승재" userId="1d7995c1-5f7c-4e08-b977-e3b2be4af101" providerId="ADAL" clId="{26072931-7341-4547-8FDE-350760F2C525}" dt="2024-01-29T09:29:40.823" v="3231" actId="26606"/>
          <ac:spMkLst>
            <pc:docMk/>
            <pc:sldMk cId="267175848" sldId="263"/>
            <ac:spMk id="14" creationId="{0D153B68-5844-490D-8E67-F616D6D721CA}"/>
          </ac:spMkLst>
        </pc:spChg>
        <pc:spChg chg="add del">
          <ac:chgData name="이승재" userId="1d7995c1-5f7c-4e08-b977-e3b2be4af101" providerId="ADAL" clId="{26072931-7341-4547-8FDE-350760F2C525}" dt="2024-01-29T09:29:40.823" v="3231" actId="26606"/>
          <ac:spMkLst>
            <pc:docMk/>
            <pc:sldMk cId="267175848" sldId="263"/>
            <ac:spMk id="16" creationId="{9A0D773F-7A7D-4DBB-9DEA-86BB8B8F4BC8}"/>
          </ac:spMkLst>
        </pc:spChg>
        <pc:spChg chg="add del">
          <ac:chgData name="이승재" userId="1d7995c1-5f7c-4e08-b977-e3b2be4af101" providerId="ADAL" clId="{26072931-7341-4547-8FDE-350760F2C525}" dt="2024-01-29T09:29:47.765" v="3234" actId="26606"/>
          <ac:spMkLst>
            <pc:docMk/>
            <pc:sldMk cId="267175848" sldId="263"/>
            <ac:spMk id="18" creationId="{131BAD53-4E89-4F62-BBB7-26359763ED39}"/>
          </ac:spMkLst>
        </pc:spChg>
        <pc:spChg chg="add del">
          <ac:chgData name="이승재" userId="1d7995c1-5f7c-4e08-b977-e3b2be4af101" providerId="ADAL" clId="{26072931-7341-4547-8FDE-350760F2C525}" dt="2024-01-29T09:29:47.765" v="3234" actId="26606"/>
          <ac:spMkLst>
            <pc:docMk/>
            <pc:sldMk cId="267175848" sldId="263"/>
            <ac:spMk id="19" creationId="{62756DA2-40EB-4C6F-B962-5822FFB54FB6}"/>
          </ac:spMkLst>
        </pc:spChg>
        <pc:spChg chg="add mod">
          <ac:chgData name="이승재" userId="1d7995c1-5f7c-4e08-b977-e3b2be4af101" providerId="ADAL" clId="{26072931-7341-4547-8FDE-350760F2C525}" dt="2024-01-29T09:31:32.251" v="3493" actId="404"/>
          <ac:spMkLst>
            <pc:docMk/>
            <pc:sldMk cId="267175848" sldId="263"/>
            <ac:spMk id="20" creationId="{09929B44-14B1-3B8C-10DE-6FCF2E3D67A0}"/>
          </ac:spMkLst>
        </pc:spChg>
        <pc:spChg chg="add del">
          <ac:chgData name="이승재" userId="1d7995c1-5f7c-4e08-b977-e3b2be4af101" providerId="ADAL" clId="{26072931-7341-4547-8FDE-350760F2C525}" dt="2024-01-29T09:30:08.609" v="3241" actId="26606"/>
          <ac:spMkLst>
            <pc:docMk/>
            <pc:sldMk cId="267175848" sldId="263"/>
            <ac:spMk id="25" creationId="{2B97F24A-32CE-4C1C-A50D-3016B394DCFB}"/>
          </ac:spMkLst>
        </pc:spChg>
        <pc:spChg chg="add del">
          <ac:chgData name="이승재" userId="1d7995c1-5f7c-4e08-b977-e3b2be4af101" providerId="ADAL" clId="{26072931-7341-4547-8FDE-350760F2C525}" dt="2024-01-29T09:30:08.609" v="3241" actId="26606"/>
          <ac:spMkLst>
            <pc:docMk/>
            <pc:sldMk cId="267175848" sldId="263"/>
            <ac:spMk id="27" creationId="{CD8B4F24-440B-49E9-B85D-733523DC064B}"/>
          </ac:spMkLst>
        </pc:spChg>
        <pc:spChg chg="add del">
          <ac:chgData name="이승재" userId="1d7995c1-5f7c-4e08-b977-e3b2be4af101" providerId="ADAL" clId="{26072931-7341-4547-8FDE-350760F2C525}" dt="2024-01-29T09:30:08.600" v="3240" actId="26606"/>
          <ac:spMkLst>
            <pc:docMk/>
            <pc:sldMk cId="267175848" sldId="263"/>
            <ac:spMk id="32" creationId="{131BAD53-4E89-4F62-BBB7-26359763ED39}"/>
          </ac:spMkLst>
        </pc:spChg>
        <pc:spChg chg="add del">
          <ac:chgData name="이승재" userId="1d7995c1-5f7c-4e08-b977-e3b2be4af101" providerId="ADAL" clId="{26072931-7341-4547-8FDE-350760F2C525}" dt="2024-01-29T09:30:08.600" v="3240" actId="26606"/>
          <ac:spMkLst>
            <pc:docMk/>
            <pc:sldMk cId="267175848" sldId="263"/>
            <ac:spMk id="34" creationId="{62756DA2-40EB-4C6F-B962-5822FFB54FB6}"/>
          </ac:spMkLst>
        </pc:spChg>
        <pc:spChg chg="add">
          <ac:chgData name="이승재" userId="1d7995c1-5f7c-4e08-b977-e3b2be4af101" providerId="ADAL" clId="{26072931-7341-4547-8FDE-350760F2C525}" dt="2024-01-29T09:30:08.609" v="3241" actId="26606"/>
          <ac:spMkLst>
            <pc:docMk/>
            <pc:sldMk cId="267175848" sldId="263"/>
            <ac:spMk id="36" creationId="{2B97F24A-32CE-4C1C-A50D-3016B394DCFB}"/>
          </ac:spMkLst>
        </pc:spChg>
        <pc:spChg chg="add">
          <ac:chgData name="이승재" userId="1d7995c1-5f7c-4e08-b977-e3b2be4af101" providerId="ADAL" clId="{26072931-7341-4547-8FDE-350760F2C525}" dt="2024-01-29T09:30:08.609" v="3241" actId="26606"/>
          <ac:spMkLst>
            <pc:docMk/>
            <pc:sldMk cId="267175848" sldId="263"/>
            <ac:spMk id="37" creationId="{CD8B4F24-440B-49E9-B85D-733523DC064B}"/>
          </ac:spMkLst>
        </pc:spChg>
        <pc:picChg chg="add mod">
          <ac:chgData name="이승재" userId="1d7995c1-5f7c-4e08-b977-e3b2be4af101" providerId="ADAL" clId="{26072931-7341-4547-8FDE-350760F2C525}" dt="2024-01-29T09:30:28.051" v="3247" actId="1076"/>
          <ac:picMkLst>
            <pc:docMk/>
            <pc:sldMk cId="267175848" sldId="263"/>
            <ac:picMk id="5" creationId="{5B76DB9B-4790-AC92-ABD3-9959C29B803B}"/>
          </ac:picMkLst>
        </pc:picChg>
        <pc:cxnChg chg="add">
          <ac:chgData name="이승재" userId="1d7995c1-5f7c-4e08-b977-e3b2be4af101" providerId="ADAL" clId="{26072931-7341-4547-8FDE-350760F2C525}" dt="2024-01-29T09:32:51.341" v="3494" actId="11529"/>
          <ac:cxnSpMkLst>
            <pc:docMk/>
            <pc:sldMk cId="267175848" sldId="263"/>
            <ac:cxnSpMk id="7" creationId="{8CF9BE82-496E-89B7-F322-BD3F9D4570E7}"/>
          </ac:cxnSpMkLst>
        </pc:cxnChg>
        <pc:cxnChg chg="add">
          <ac:chgData name="이승재" userId="1d7995c1-5f7c-4e08-b977-e3b2be4af101" providerId="ADAL" clId="{26072931-7341-4547-8FDE-350760F2C525}" dt="2024-01-29T09:32:58.171" v="3495" actId="11529"/>
          <ac:cxnSpMkLst>
            <pc:docMk/>
            <pc:sldMk cId="267175848" sldId="263"/>
            <ac:cxnSpMk id="10" creationId="{46BBCBE2-E992-93D6-5B87-6DD32635CA80}"/>
          </ac:cxnSpMkLst>
        </pc:cxnChg>
        <pc:cxnChg chg="add">
          <ac:chgData name="이승재" userId="1d7995c1-5f7c-4e08-b977-e3b2be4af101" providerId="ADAL" clId="{26072931-7341-4547-8FDE-350760F2C525}" dt="2024-01-29T09:33:06.740" v="3496" actId="11529"/>
          <ac:cxnSpMkLst>
            <pc:docMk/>
            <pc:sldMk cId="267175848" sldId="263"/>
            <ac:cxnSpMk id="13" creationId="{F6D991CE-CBB0-2E2C-7799-86C6BCBB95C4}"/>
          </ac:cxnSpMkLst>
        </pc:cxnChg>
      </pc:sldChg>
      <pc:sldChg chg="addSp delSp modSp new mod setBg">
        <pc:chgData name="이승재" userId="1d7995c1-5f7c-4e08-b977-e3b2be4af101" providerId="ADAL" clId="{26072931-7341-4547-8FDE-350760F2C525}" dt="2024-01-29T09:40:47.321" v="3921" actId="20577"/>
        <pc:sldMkLst>
          <pc:docMk/>
          <pc:sldMk cId="2984610801" sldId="264"/>
        </pc:sldMkLst>
        <pc:spChg chg="mod">
          <ac:chgData name="이승재" userId="1d7995c1-5f7c-4e08-b977-e3b2be4af101" providerId="ADAL" clId="{26072931-7341-4547-8FDE-350760F2C525}" dt="2024-01-29T09:34:38.786" v="3537" actId="403"/>
          <ac:spMkLst>
            <pc:docMk/>
            <pc:sldMk cId="2984610801" sldId="264"/>
            <ac:spMk id="2" creationId="{89C4D6B6-E6B0-0C35-965A-81DCFBB07D28}"/>
          </ac:spMkLst>
        </pc:spChg>
        <pc:spChg chg="del">
          <ac:chgData name="이승재" userId="1d7995c1-5f7c-4e08-b977-e3b2be4af101" providerId="ADAL" clId="{26072931-7341-4547-8FDE-350760F2C525}" dt="2024-01-29T09:34:28.413" v="3530"/>
          <ac:spMkLst>
            <pc:docMk/>
            <pc:sldMk cId="2984610801" sldId="264"/>
            <ac:spMk id="3" creationId="{42D715D3-E02F-5507-E75B-6D44C9219426}"/>
          </ac:spMkLst>
        </pc:spChg>
        <pc:spChg chg="add del">
          <ac:chgData name="이승재" userId="1d7995c1-5f7c-4e08-b977-e3b2be4af101" providerId="ADAL" clId="{26072931-7341-4547-8FDE-350760F2C525}" dt="2024-01-29T09:36:06.118" v="3803" actId="11529"/>
          <ac:spMkLst>
            <pc:docMk/>
            <pc:sldMk cId="2984610801" sldId="264"/>
            <ac:spMk id="6" creationId="{A5ECCE6F-27CB-A597-AD03-8224AE66F414}"/>
          </ac:spMkLst>
        </pc:spChg>
        <pc:spChg chg="add mod">
          <ac:chgData name="이승재" userId="1d7995c1-5f7c-4e08-b977-e3b2be4af101" providerId="ADAL" clId="{26072931-7341-4547-8FDE-350760F2C525}" dt="2024-01-29T09:40:47.321" v="3921" actId="20577"/>
          <ac:spMkLst>
            <pc:docMk/>
            <pc:sldMk cId="2984610801" sldId="264"/>
            <ac:spMk id="9" creationId="{D72460D1-FCBB-F629-E769-9DB9E89B5A60}"/>
          </ac:spMkLst>
        </pc:spChg>
        <pc:spChg chg="add">
          <ac:chgData name="이승재" userId="1d7995c1-5f7c-4e08-b977-e3b2be4af101" providerId="ADAL" clId="{26072931-7341-4547-8FDE-350760F2C525}" dt="2024-01-29T09:34:32.988" v="3533" actId="26606"/>
          <ac:spMkLst>
            <pc:docMk/>
            <pc:sldMk cId="2984610801" sldId="264"/>
            <ac:spMk id="12" creationId="{2B97F24A-32CE-4C1C-A50D-3016B394DCFB}"/>
          </ac:spMkLst>
        </pc:spChg>
        <pc:spChg chg="add">
          <ac:chgData name="이승재" userId="1d7995c1-5f7c-4e08-b977-e3b2be4af101" providerId="ADAL" clId="{26072931-7341-4547-8FDE-350760F2C525}" dt="2024-01-29T09:34:32.988" v="3533" actId="26606"/>
          <ac:spMkLst>
            <pc:docMk/>
            <pc:sldMk cId="2984610801" sldId="264"/>
            <ac:spMk id="14" creationId="{CD8B4F24-440B-49E9-B85D-733523DC064B}"/>
          </ac:spMkLst>
        </pc:spChg>
        <pc:picChg chg="add mod">
          <ac:chgData name="이승재" userId="1d7995c1-5f7c-4e08-b977-e3b2be4af101" providerId="ADAL" clId="{26072931-7341-4547-8FDE-350760F2C525}" dt="2024-01-29T09:34:42.230" v="3538" actId="1076"/>
          <ac:picMkLst>
            <pc:docMk/>
            <pc:sldMk cId="2984610801" sldId="264"/>
            <ac:picMk id="5" creationId="{5BA4C500-3013-8F11-F2F2-939025435565}"/>
          </ac:picMkLst>
        </pc:picChg>
        <pc:cxnChg chg="add mod">
          <ac:chgData name="이승재" userId="1d7995c1-5f7c-4e08-b977-e3b2be4af101" providerId="ADAL" clId="{26072931-7341-4547-8FDE-350760F2C525}" dt="2024-01-29T09:36:43.289" v="3855" actId="14100"/>
          <ac:cxnSpMkLst>
            <pc:docMk/>
            <pc:sldMk cId="2984610801" sldId="264"/>
            <ac:cxnSpMk id="8" creationId="{2A822D1F-9212-AA02-CAD2-900F8CB2380D}"/>
          </ac:cxnSpMkLst>
        </pc:cxnChg>
        <pc:cxnChg chg="add">
          <ac:chgData name="이승재" userId="1d7995c1-5f7c-4e08-b977-e3b2be4af101" providerId="ADAL" clId="{26072931-7341-4547-8FDE-350760F2C525}" dt="2024-01-29T09:36:52.457" v="3856" actId="11529"/>
          <ac:cxnSpMkLst>
            <pc:docMk/>
            <pc:sldMk cId="2984610801" sldId="264"/>
            <ac:cxnSpMk id="13" creationId="{FE81000F-BBF8-8424-9DCB-E95D0B20AC37}"/>
          </ac:cxnSpMkLst>
        </pc:cxnChg>
        <pc:cxnChg chg="add">
          <ac:chgData name="이승재" userId="1d7995c1-5f7c-4e08-b977-e3b2be4af101" providerId="ADAL" clId="{26072931-7341-4547-8FDE-350760F2C525}" dt="2024-01-29T09:37:02.497" v="3857" actId="11529"/>
          <ac:cxnSpMkLst>
            <pc:docMk/>
            <pc:sldMk cId="2984610801" sldId="264"/>
            <ac:cxnSpMk id="16" creationId="{9901F44B-0FB8-1FAF-1699-2E3C3A0C4F26}"/>
          </ac:cxnSpMkLst>
        </pc:cxnChg>
        <pc:cxnChg chg="add mod">
          <ac:chgData name="이승재" userId="1d7995c1-5f7c-4e08-b977-e3b2be4af101" providerId="ADAL" clId="{26072931-7341-4547-8FDE-350760F2C525}" dt="2024-01-29T09:40:37.452" v="3911" actId="14100"/>
          <ac:cxnSpMkLst>
            <pc:docMk/>
            <pc:sldMk cId="2984610801" sldId="264"/>
            <ac:cxnSpMk id="18" creationId="{B3A7AD9B-77DB-7CA1-1797-3347A4C65BE6}"/>
          </ac:cxnSpMkLst>
        </pc:cxnChg>
      </pc:sldChg>
      <pc:sldChg chg="delSp modSp new mod">
        <pc:chgData name="이승재" userId="1d7995c1-5f7c-4e08-b977-e3b2be4af101" providerId="ADAL" clId="{26072931-7341-4547-8FDE-350760F2C525}" dt="2024-01-29T09:38:06.141" v="3863" actId="20577"/>
        <pc:sldMkLst>
          <pc:docMk/>
          <pc:sldMk cId="273135807" sldId="265"/>
        </pc:sldMkLst>
        <pc:spChg chg="mod">
          <ac:chgData name="이승재" userId="1d7995c1-5f7c-4e08-b977-e3b2be4af101" providerId="ADAL" clId="{26072931-7341-4547-8FDE-350760F2C525}" dt="2024-01-29T09:38:06.141" v="3863" actId="20577"/>
          <ac:spMkLst>
            <pc:docMk/>
            <pc:sldMk cId="273135807" sldId="265"/>
            <ac:spMk id="2" creationId="{952A6C9C-B337-A414-6555-9AB3E7A2BB24}"/>
          </ac:spMkLst>
        </pc:spChg>
        <pc:spChg chg="del">
          <ac:chgData name="이승재" userId="1d7995c1-5f7c-4e08-b977-e3b2be4af101" providerId="ADAL" clId="{26072931-7341-4547-8FDE-350760F2C525}" dt="2024-01-29T09:38:03.750" v="3860" actId="478"/>
          <ac:spMkLst>
            <pc:docMk/>
            <pc:sldMk cId="273135807" sldId="265"/>
            <ac:spMk id="3" creationId="{8AED250A-D4A8-EC07-2A4D-1490514599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06D41-BC20-C954-AE8F-48D284E0E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F8945C-F135-14A6-4A01-FA3DF6BEE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84F6BB-7E81-65D1-D617-D4CD18028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18EDF2-6511-D820-2E10-AC0B8170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BD0AAD-F403-1B1F-0187-C888B6910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01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C953C9-7E10-110D-69C7-6EC45FC0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E0BF6-B125-FBD3-CCF2-52BED0FE5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ACB331-DE02-6C0B-6237-2B932263F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DCE9E9-488E-094B-1EE6-C456DD1BC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FAEE1B-89E6-170E-F845-4205E546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1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2B3D35-7FBB-EAF5-B808-C5D2C5D17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F9A675-E855-062E-5413-5DDB24387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E4114-9F37-3E36-4226-6A7E0C91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5B289C-7C13-B391-E5BC-1D9884F6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84BB5-78DA-D839-AB79-B1C86D50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01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AE48A-A0CE-91E2-A45F-7799C916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039182-3DCB-B13B-F68F-293F7DEF5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EF6FD7-0E50-E57F-C888-8676FACC0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9528BA-D3F6-DCFA-DC40-A6E5BD80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7B1B2F-EBB1-043B-2CBC-506957767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BD2786-D8D8-0830-6BAD-8358BE58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70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3BAC3-B1F4-3E09-8E73-67A34BB97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2B8FF3-91CA-1E70-B63B-D04995E3B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392313-D5DE-7E50-0E9D-8E0744AB8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7A26B6-881E-785C-190C-258E2AF39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F31B286-D0E6-C6C5-F2E5-B31DE01BB4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2EAECE-4AAA-FD2A-6DAD-C10CDE9FA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BF9D61-D6ED-6A6E-9ED1-AA755499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FAB766-FBA1-6534-C5B7-7355DDD0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37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82C52-E056-0597-8C39-36D5AE64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B6AC5B-0E09-8A0A-7B35-B4462E4F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B459F5-D7BB-6C45-39D6-3E1865A31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8C7F9D-B5F4-ED54-4B44-A1952FEE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85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86AB6B-598C-9E17-08F5-ABEC5DE4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85F6A1-17BF-EF6E-FEE8-E3C5CD3D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F316D-4A32-D8DD-7C8D-6D4802EF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364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24C0B-9CF9-4B75-226E-8F2912EA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A84CF9-228B-B424-9C18-E1034E009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0C15DF-2422-213C-5CE4-2DCF8E67B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8811A7-F1A5-2F9A-7C8B-581434E4E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375A09-FF3A-7230-AD81-7177AC3D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020CB8-ACC5-F2B1-D43C-EFD35B1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76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9BE21-9CE5-7AFC-F792-D71005E0A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11C776-2845-4753-A9F8-FA11729869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A539C2-945C-94A2-7133-315D970FB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D39656-754B-5EDD-E76E-9B2A42E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7B40C-7F3F-81C6-140E-9226AECB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63145F-8A99-34BE-BC67-6692C5B5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205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8ED0F-37BC-55E1-F232-BE27CB92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3D5D43-594F-13CC-814F-AD7435DEC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6F1865-3FF3-A716-7026-3B7AFDE2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BBBF8-A1CD-6509-A5B2-DB266F901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C37F44-26FD-654D-B814-68CC9906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083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2F65B0-9DBE-CD37-FC13-F00C9E6EF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745F34-0A63-5CED-C706-34192F659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A2CBC3-16E9-6789-3378-951019EE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7CD24-9FE4-3208-D105-99FD2D52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E9DE0-61B4-66A0-35F3-C29319EC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084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7B05D-D70E-AC16-45D8-DB477CC1A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2CFF3-C8DC-4212-6E6F-54C6AC802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8749F-B95A-EA8F-29DB-9959D4C1C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6EF39-D690-4B30-8731-F125E96E4627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D64BBC-F24B-C831-E192-7705D334E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F3D13F-4672-B575-A878-2AA4DC0AF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90587-B8E7-4FC1-AFE8-D0B1016A0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25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.acmicpc.net/ds/segment-tree-lazy-propaga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497F1F-9F64-BDBF-B233-EC550BD2B6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 err="1"/>
              <a:t>블록쌓기게임</a:t>
            </a:r>
            <a:endParaRPr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83CBE4-9217-C669-1ABB-DAF96E836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lazy </a:t>
            </a:r>
            <a:r>
              <a:rPr lang="ko-KR" altLang="en-US" dirty="0"/>
              <a:t>안 쓰고 풀기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12109-20BF-0401-6AAB-F12FA7BD68F9}"/>
              </a:ext>
            </a:extLst>
          </p:cNvPr>
          <p:cNvSpPr txBox="1"/>
          <p:nvPr/>
        </p:nvSpPr>
        <p:spPr>
          <a:xfrm>
            <a:off x="9801922" y="6356196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2024-02-06 </a:t>
            </a:r>
            <a:r>
              <a:rPr lang="ko-KR" altLang="en-US" dirty="0"/>
              <a:t>이승재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2352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921094B-829F-3E4F-CFC3-226A75E42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ko-KR" altLang="en-US" sz="4000"/>
              <a:t>문제 소개</a:t>
            </a:r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FAF4D763-A4B0-7A87-3397-C5A72FF5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r>
              <a:rPr lang="ko-KR" altLang="en-US" sz="2000" dirty="0"/>
              <a:t>직사각형 블록들이 떨어져서 쌓이고</a:t>
            </a:r>
            <a:r>
              <a:rPr lang="en-US" altLang="ko-KR" sz="2000" dirty="0"/>
              <a:t>, </a:t>
            </a:r>
            <a:r>
              <a:rPr lang="ko-KR" altLang="en-US" sz="2000" dirty="0"/>
              <a:t>한 줄이 꽉 차면 삭제된다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이 게임을 시뮬레이션 할 수 있는 프로그램을 작성하라</a:t>
            </a:r>
            <a:endParaRPr lang="en-US" altLang="ko-KR" sz="2000" dirty="0"/>
          </a:p>
          <a:p>
            <a:r>
              <a:rPr lang="ko-KR" altLang="en-US" sz="2000" dirty="0"/>
              <a:t>남아있는 블록의 개수</a:t>
            </a:r>
            <a:r>
              <a:rPr lang="en-US" altLang="ko-KR" sz="2000" dirty="0"/>
              <a:t>, </a:t>
            </a:r>
            <a:r>
              <a:rPr lang="ko-KR" altLang="en-US" sz="2000" dirty="0"/>
              <a:t>가장 높은 블록의 높이를 구해야 한다</a:t>
            </a:r>
            <a:r>
              <a:rPr lang="en-US" altLang="ko-KR" sz="2000" dirty="0"/>
              <a:t>.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스크린샷, 다채로움, 사각형, 라인이(가) 표시된 사진&#10;&#10;자동 생성된 설명">
            <a:extLst>
              <a:ext uri="{FF2B5EF4-FFF2-40B4-BE49-F238E27FC236}">
                <a16:creationId xmlns:a16="http://schemas.microsoft.com/office/drawing/2014/main" id="{B4365B79-E243-7638-2FE3-B2D8185B6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495354"/>
            <a:ext cx="5334197" cy="386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015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28109-C53B-1591-42AE-B757A051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문제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93DD6C-0697-34ED-148E-D6BC3D135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블록을 놓는 행위를 </a:t>
            </a:r>
            <a:r>
              <a:rPr lang="ko-KR" altLang="en-US" sz="2400" dirty="0" err="1"/>
              <a:t>세그</a:t>
            </a:r>
            <a:r>
              <a:rPr lang="ko-KR" altLang="en-US" sz="2400" dirty="0"/>
              <a:t> 트리에서 구간 갱신으로 생각할 수 있다</a:t>
            </a:r>
            <a:r>
              <a:rPr lang="en-US" altLang="ko-KR" sz="2400" dirty="0"/>
              <a:t>.</a:t>
            </a:r>
          </a:p>
          <a:p>
            <a:pPr lvl="1"/>
            <a:r>
              <a:rPr lang="ko-KR" altLang="en-US" sz="2000" dirty="0"/>
              <a:t>블록이 놓이는 구간에</a:t>
            </a:r>
            <a:r>
              <a:rPr lang="en-US" altLang="ko-KR" sz="2000" dirty="0"/>
              <a:t> </a:t>
            </a:r>
            <a:r>
              <a:rPr lang="ko-KR" altLang="en-US" sz="2000" dirty="0"/>
              <a:t>블록의 세로 길이를 더해준다</a:t>
            </a:r>
            <a:r>
              <a:rPr lang="en-US" altLang="ko-KR" sz="2000" dirty="0"/>
              <a:t>.</a:t>
            </a:r>
          </a:p>
          <a:p>
            <a:r>
              <a:rPr lang="ko-KR" altLang="en-US" sz="2400" dirty="0"/>
              <a:t>블록 제거는 어떻게 할 수 있을까</a:t>
            </a:r>
            <a:r>
              <a:rPr lang="en-US" altLang="ko-KR" sz="2400" dirty="0"/>
              <a:t>?</a:t>
            </a:r>
          </a:p>
          <a:p>
            <a:pPr lvl="1"/>
            <a:r>
              <a:rPr lang="ko-KR" altLang="en-US" sz="2000" dirty="0"/>
              <a:t>실제로는 제거하지 않는다</a:t>
            </a:r>
            <a:r>
              <a:rPr lang="en-US" altLang="ko-KR" sz="2000" dirty="0"/>
              <a:t>. </a:t>
            </a:r>
            <a:r>
              <a:rPr lang="ko-KR" altLang="en-US" sz="2000" dirty="0"/>
              <a:t>대신에</a:t>
            </a:r>
            <a:r>
              <a:rPr lang="en-US" altLang="ko-KR" sz="2000" dirty="0"/>
              <a:t>,,,</a:t>
            </a:r>
          </a:p>
          <a:p>
            <a:pPr lvl="1"/>
            <a:r>
              <a:rPr lang="ko-KR" altLang="en-US" sz="2000" dirty="0" err="1"/>
              <a:t>세그</a:t>
            </a:r>
            <a:r>
              <a:rPr lang="ko-KR" altLang="en-US" sz="2000" dirty="0"/>
              <a:t> 트리에서 최솟값</a:t>
            </a:r>
            <a:r>
              <a:rPr lang="en-US" altLang="ko-KR" sz="2000" dirty="0"/>
              <a:t>(m), </a:t>
            </a:r>
            <a:r>
              <a:rPr lang="ko-KR" altLang="en-US" sz="2000" dirty="0"/>
              <a:t>최댓값</a:t>
            </a:r>
            <a:r>
              <a:rPr lang="en-US" altLang="ko-KR" sz="2000" dirty="0"/>
              <a:t>(M)</a:t>
            </a:r>
            <a:r>
              <a:rPr lang="ko-KR" altLang="en-US" sz="2000" dirty="0"/>
              <a:t>을 구하자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지금까지 제거된 블록의 개수는 </a:t>
            </a:r>
            <a:r>
              <a:rPr lang="en-US" altLang="ko-KR" sz="2000" b="1" dirty="0"/>
              <a:t>m * (</a:t>
            </a:r>
            <a:r>
              <a:rPr lang="ko-KR" altLang="en-US" sz="2000" b="1" dirty="0"/>
              <a:t>열의 길이</a:t>
            </a:r>
            <a:r>
              <a:rPr lang="en-US" altLang="ko-KR" sz="2000" b="1" dirty="0"/>
              <a:t>)</a:t>
            </a:r>
          </a:p>
          <a:p>
            <a:pPr lvl="1"/>
            <a:r>
              <a:rPr lang="ko-KR" altLang="en-US" sz="2000" dirty="0"/>
              <a:t>가장 높은 블록의 높이는 </a:t>
            </a:r>
            <a:r>
              <a:rPr lang="en-US" altLang="ko-KR" sz="2000" b="1" dirty="0"/>
              <a:t>M - m</a:t>
            </a:r>
          </a:p>
        </p:txBody>
      </p:sp>
    </p:spTree>
    <p:extLst>
      <p:ext uri="{BB962C8B-B14F-4D97-AF65-F5344CB8AC3E}">
        <p14:creationId xmlns:p14="http://schemas.microsoft.com/office/powerpoint/2010/main" val="318009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5F2B0-D186-26A4-B41B-3ACABD3B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204095-E652-A382-5C95-B44BA62B1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9078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이 문제는 결론적으로 다음 문제로 귀결됩니다</a:t>
            </a:r>
            <a:r>
              <a:rPr lang="en-US" altLang="ko-KR" sz="2400" dirty="0"/>
              <a:t>.</a:t>
            </a:r>
          </a:p>
          <a:p>
            <a:pPr lvl="1"/>
            <a:r>
              <a:rPr lang="en-US" altLang="ko-KR" sz="2000" dirty="0"/>
              <a:t>1. </a:t>
            </a:r>
            <a:r>
              <a:rPr lang="ko-KR" altLang="en-US" sz="2000" dirty="0"/>
              <a:t>구간 </a:t>
            </a:r>
            <a:r>
              <a:rPr lang="en-US" altLang="ko-KR" sz="2000" dirty="0"/>
              <a:t>[l, r]</a:t>
            </a:r>
            <a:r>
              <a:rPr lang="ko-KR" altLang="en-US" sz="2000" dirty="0"/>
              <a:t>에 </a:t>
            </a:r>
            <a:r>
              <a:rPr lang="en-US" altLang="ko-KR" sz="2000" dirty="0"/>
              <a:t>k</a:t>
            </a:r>
            <a:r>
              <a:rPr lang="ko-KR" altLang="en-US" sz="2000" dirty="0"/>
              <a:t>를 더하는 연산</a:t>
            </a:r>
            <a:endParaRPr lang="en-US" altLang="ko-KR" sz="2000" dirty="0"/>
          </a:p>
          <a:p>
            <a:pPr lvl="1"/>
            <a:r>
              <a:rPr lang="en-US" altLang="ko-KR" sz="2000" dirty="0"/>
              <a:t>2. </a:t>
            </a:r>
            <a:r>
              <a:rPr lang="ko-KR" altLang="en-US" sz="2000" dirty="0"/>
              <a:t>전체 구간에서 최댓값</a:t>
            </a:r>
            <a:r>
              <a:rPr lang="en-US" altLang="ko-KR" sz="2000" dirty="0"/>
              <a:t>, </a:t>
            </a:r>
            <a:r>
              <a:rPr lang="ko-KR" altLang="en-US" sz="2000" dirty="0"/>
              <a:t>최솟값을 구하는 연산</a:t>
            </a:r>
            <a:endParaRPr lang="en-US" altLang="ko-KR" sz="2000" dirty="0"/>
          </a:p>
          <a:p>
            <a:r>
              <a:rPr lang="en-US" altLang="ko-KR" sz="2400" dirty="0"/>
              <a:t>is</a:t>
            </a:r>
            <a:r>
              <a:rPr lang="ko-KR" altLang="en-US" sz="2400" dirty="0"/>
              <a:t> </a:t>
            </a:r>
            <a:r>
              <a:rPr lang="en-US" altLang="ko-KR" sz="2400" dirty="0"/>
              <a:t>this</a:t>
            </a:r>
            <a:r>
              <a:rPr lang="ko-KR" altLang="en-US" sz="2400" dirty="0"/>
              <a:t> </a:t>
            </a:r>
            <a:r>
              <a:rPr lang="en-US" altLang="ko-KR" sz="2400" dirty="0"/>
              <a:t>lazy?</a:t>
            </a:r>
          </a:p>
          <a:p>
            <a:pPr lvl="1"/>
            <a:r>
              <a:rPr lang="ko-KR" altLang="en-US" sz="2000" dirty="0"/>
              <a:t>물론 </a:t>
            </a:r>
            <a:r>
              <a:rPr lang="en-US" altLang="ko-KR" sz="2000" dirty="0"/>
              <a:t>lazy </a:t>
            </a:r>
            <a:r>
              <a:rPr lang="ko-KR" altLang="en-US" sz="2000" dirty="0" err="1"/>
              <a:t>세그</a:t>
            </a:r>
            <a:r>
              <a:rPr lang="ko-KR" altLang="en-US" sz="2000" dirty="0"/>
              <a:t> 트리로 가능합니다</a:t>
            </a:r>
            <a:r>
              <a:rPr lang="en-US" altLang="ko-KR" sz="2000" dirty="0"/>
              <a:t>.</a:t>
            </a:r>
          </a:p>
          <a:p>
            <a:pPr lvl="2"/>
            <a:r>
              <a:rPr lang="ko-KR" altLang="en-US" sz="1400" dirty="0">
                <a:hlinkClick r:id="rId2"/>
              </a:rPr>
              <a:t>느리게 갱신되는 세그먼트 트리 </a:t>
            </a:r>
            <a:r>
              <a:rPr lang="en-US" altLang="ko-KR" sz="1400" dirty="0">
                <a:hlinkClick r:id="rId2"/>
              </a:rPr>
              <a:t>(acmicpc.net)</a:t>
            </a:r>
            <a:endParaRPr lang="en-US" altLang="ko-KR" sz="1600" b="1" dirty="0"/>
          </a:p>
          <a:p>
            <a:pPr lvl="1"/>
            <a:r>
              <a:rPr lang="en-US" altLang="ko-KR" sz="2000" dirty="0"/>
              <a:t>lazy</a:t>
            </a:r>
            <a:r>
              <a:rPr lang="ko-KR" altLang="en-US" sz="2000" dirty="0"/>
              <a:t>가 반드시 필요할까</a:t>
            </a:r>
            <a:r>
              <a:rPr lang="en-US" altLang="ko-KR" sz="2000" dirty="0"/>
              <a:t>?</a:t>
            </a:r>
          </a:p>
          <a:p>
            <a:pPr lvl="2"/>
            <a:r>
              <a:rPr lang="en-US" altLang="ko-KR" sz="1600" b="1" dirty="0"/>
              <a:t>lazy</a:t>
            </a:r>
            <a:r>
              <a:rPr lang="ko-KR" altLang="en-US" sz="1600" b="1" dirty="0"/>
              <a:t>는 정보를 위에서 아래로 전파하는 시스템</a:t>
            </a:r>
            <a:endParaRPr lang="en-US" altLang="ko-KR" sz="1600" b="1" dirty="0"/>
          </a:p>
          <a:p>
            <a:pPr lvl="2"/>
            <a:r>
              <a:rPr lang="ko-KR" altLang="en-US" sz="1600" dirty="0"/>
              <a:t>전체 구간에서 최대</a:t>
            </a:r>
            <a:r>
              <a:rPr lang="en-US" altLang="ko-KR" sz="1600" dirty="0"/>
              <a:t>, </a:t>
            </a:r>
            <a:r>
              <a:rPr lang="ko-KR" altLang="en-US" sz="1600" dirty="0"/>
              <a:t>최소를 구하는 것이기 때문에 루트 노드에서의 정보만을 필요</a:t>
            </a:r>
            <a:endParaRPr lang="en-US" altLang="ko-KR" sz="1600" dirty="0"/>
          </a:p>
          <a:p>
            <a:pPr lvl="2"/>
            <a:r>
              <a:rPr lang="ko-KR" altLang="en-US" sz="1600" dirty="0"/>
              <a:t>따라서 정보를 전파할 필요가 없다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4418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6E017-89A7-8ADC-A159-3186B90E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문제 접근 </a:t>
            </a:r>
            <a:r>
              <a:rPr lang="en-US" altLang="ko-KR" sz="4000" dirty="0"/>
              <a:t>- </a:t>
            </a:r>
            <a:r>
              <a:rPr lang="ko-KR" altLang="en-US" sz="4000" dirty="0" err="1"/>
              <a:t>세그트리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4734C2-2392-7A69-63AC-4DC4810D0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세그</a:t>
            </a:r>
            <a:r>
              <a:rPr lang="ko-KR" altLang="en-US" dirty="0"/>
              <a:t> 트리의 각 노드에 저장하는 값은 총 </a:t>
            </a:r>
            <a:r>
              <a:rPr lang="en-US" altLang="ko-KR" dirty="0"/>
              <a:t>3</a:t>
            </a:r>
            <a:r>
              <a:rPr lang="ko-KR" altLang="en-US" dirty="0"/>
              <a:t>가지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이 구간에 더해줘야 하는 값 </a:t>
            </a:r>
            <a:r>
              <a:rPr lang="en-US" altLang="ko-KR" dirty="0"/>
              <a:t>“a”</a:t>
            </a:r>
          </a:p>
          <a:p>
            <a:pPr lvl="2"/>
            <a:r>
              <a:rPr lang="ko-KR" altLang="en-US" sz="1600" dirty="0"/>
              <a:t>기존 </a:t>
            </a:r>
            <a:r>
              <a:rPr lang="ko-KR" altLang="en-US" sz="1600" dirty="0" err="1"/>
              <a:t>세그트리에서</a:t>
            </a:r>
            <a:r>
              <a:rPr lang="ko-KR" altLang="en-US" sz="1600" dirty="0"/>
              <a:t> </a:t>
            </a:r>
            <a:r>
              <a:rPr lang="en-US" altLang="ko-KR" sz="1600" dirty="0"/>
              <a:t>“</a:t>
            </a:r>
            <a:r>
              <a:rPr lang="ko-KR" altLang="en-US" sz="1600" dirty="0"/>
              <a:t>이 구간의 총 합</a:t>
            </a:r>
            <a:r>
              <a:rPr lang="en-US" altLang="ko-KR" sz="1600" dirty="0"/>
              <a:t>”</a:t>
            </a:r>
            <a:r>
              <a:rPr lang="ko-KR" altLang="en-US" sz="1600" dirty="0"/>
              <a:t>을 저장하는 것과 다름</a:t>
            </a:r>
            <a:endParaRPr lang="en-US" altLang="ko-KR" sz="1600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이 노드를 루트로 하는 서브 트리에서의 </a:t>
            </a:r>
            <a:r>
              <a:rPr lang="en-US" altLang="ko-KR" dirty="0"/>
              <a:t>a</a:t>
            </a:r>
            <a:r>
              <a:rPr lang="ko-KR" altLang="en-US" dirty="0"/>
              <a:t>값들만 고려했을 때</a:t>
            </a:r>
            <a:r>
              <a:rPr lang="en-US" altLang="ko-KR" dirty="0"/>
              <a:t>,</a:t>
            </a:r>
          </a:p>
          <a:p>
            <a:pPr lvl="2"/>
            <a:r>
              <a:rPr lang="ko-KR" altLang="en-US" dirty="0"/>
              <a:t>이 구간에서의 최솟값</a:t>
            </a:r>
            <a:r>
              <a:rPr lang="en-US" altLang="ko-KR" dirty="0"/>
              <a:t>(m), </a:t>
            </a:r>
            <a:r>
              <a:rPr lang="ko-KR" altLang="en-US" dirty="0"/>
              <a:t>최댓값</a:t>
            </a:r>
            <a:r>
              <a:rPr lang="en-US" altLang="ko-KR" dirty="0"/>
              <a:t>(M)</a:t>
            </a:r>
          </a:p>
        </p:txBody>
      </p:sp>
    </p:spTree>
    <p:extLst>
      <p:ext uri="{BB962C8B-B14F-4D97-AF65-F5344CB8AC3E}">
        <p14:creationId xmlns:p14="http://schemas.microsoft.com/office/powerpoint/2010/main" val="13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3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0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내용 개체 틀 6" descr="스크린샷, 텍스트, 라인, 도표이(가) 표시된 사진&#10;&#10;자동 생성된 설명">
            <a:extLst>
              <a:ext uri="{FF2B5EF4-FFF2-40B4-BE49-F238E27FC236}">
                <a16:creationId xmlns:a16="http://schemas.microsoft.com/office/drawing/2014/main" id="{99D0105F-5BDF-8DB1-5607-47C618188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087" y="926705"/>
            <a:ext cx="10945825" cy="353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9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ED046DC3-5BB8-C301-7265-D5F5A15D9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어떤 노드의 </a:t>
            </a:r>
            <a:r>
              <a:rPr lang="en-US" altLang="ko-KR" sz="2000" dirty="0"/>
              <a:t>a</a:t>
            </a:r>
            <a:r>
              <a:rPr lang="ko-KR" altLang="en-US" sz="2000" dirty="0"/>
              <a:t>값에 </a:t>
            </a:r>
            <a:r>
              <a:rPr lang="en-US" altLang="ko-KR" sz="2000" dirty="0"/>
              <a:t>k</a:t>
            </a:r>
            <a:r>
              <a:rPr lang="ko-KR" altLang="en-US" sz="2000" dirty="0"/>
              <a:t>가 더해지면</a:t>
            </a:r>
            <a:r>
              <a:rPr lang="en-US" altLang="ko-KR" sz="2000" dirty="0"/>
              <a:t>?</a:t>
            </a:r>
          </a:p>
          <a:p>
            <a:pPr lvl="1"/>
            <a:r>
              <a:rPr lang="ko-KR" altLang="en-US" sz="2000" dirty="0"/>
              <a:t>그 노드에서는 </a:t>
            </a:r>
            <a:endParaRPr lang="en-US" altLang="ko-KR" sz="2000" dirty="0"/>
          </a:p>
          <a:p>
            <a:pPr lvl="2"/>
            <a:r>
              <a:rPr lang="en-US" altLang="ko-KR" sz="1600" dirty="0"/>
              <a:t>a+=k, m+=k, M+=k</a:t>
            </a:r>
          </a:p>
          <a:p>
            <a:pPr lvl="1"/>
            <a:r>
              <a:rPr lang="ko-KR" altLang="en-US" sz="2000" dirty="0"/>
              <a:t>그 조상 노드에서는</a:t>
            </a:r>
            <a:r>
              <a:rPr lang="en-US" altLang="ko-KR" sz="2000" dirty="0"/>
              <a:t>?!</a:t>
            </a:r>
          </a:p>
          <a:p>
            <a:pPr lvl="1"/>
            <a:endParaRPr lang="ko-KR" altLang="en-US" sz="2000" dirty="0"/>
          </a:p>
        </p:txBody>
      </p:sp>
      <p:pic>
        <p:nvPicPr>
          <p:cNvPr id="5" name="그림 4" descr="텍스트, 폰트, 화이트, 친필이(가) 표시된 사진&#10;&#10;자동 생성된 설명">
            <a:extLst>
              <a:ext uri="{FF2B5EF4-FFF2-40B4-BE49-F238E27FC236}">
                <a16:creationId xmlns:a16="http://schemas.microsoft.com/office/drawing/2014/main" id="{CE6F2571-5507-07A7-0ECC-3322FD653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2486823"/>
            <a:ext cx="6155141" cy="190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13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E33F46-42FD-BB68-D557-C9F2BBBEB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ko-KR" altLang="en-US" sz="3600" dirty="0" err="1"/>
              <a:t>세그</a:t>
            </a:r>
            <a:r>
              <a:rPr lang="ko-KR" altLang="en-US" sz="3600" dirty="0"/>
              <a:t> 트리 구현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09929B44-14B1-3B8C-10DE-6FCF2E3D6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기존 </a:t>
            </a:r>
            <a:r>
              <a:rPr lang="ko-KR" altLang="en-US" sz="1400" dirty="0" err="1"/>
              <a:t>세그</a:t>
            </a:r>
            <a:r>
              <a:rPr lang="ko-KR" altLang="en-US" sz="1400" dirty="0"/>
              <a:t> 트리에서 처럼 구간이 벗어나면 </a:t>
            </a:r>
            <a:r>
              <a:rPr lang="en-US" altLang="ko-KR" sz="1400" dirty="0"/>
              <a:t>return</a:t>
            </a:r>
          </a:p>
          <a:p>
            <a:endParaRPr lang="en-US" sz="1400" dirty="0"/>
          </a:p>
          <a:p>
            <a:r>
              <a:rPr lang="en-US" sz="1400" dirty="0"/>
              <a:t>2. </a:t>
            </a:r>
            <a:r>
              <a:rPr lang="ko-KR" altLang="en-US" sz="1400" dirty="0"/>
              <a:t>주황색 노드의 경우</a:t>
            </a:r>
            <a:endParaRPr lang="en-US" altLang="ko-KR" sz="1400" dirty="0"/>
          </a:p>
          <a:p>
            <a:endParaRPr lang="en-US" sz="1400" dirty="0"/>
          </a:p>
          <a:p>
            <a:r>
              <a:rPr lang="en-US" sz="1400" dirty="0"/>
              <a:t>3. </a:t>
            </a:r>
            <a:r>
              <a:rPr lang="ko-KR" altLang="en-US" sz="1400" dirty="0"/>
              <a:t>주황색 노드의 조상 노드의 경우</a:t>
            </a:r>
            <a:endParaRPr lang="en-US" sz="1400" dirty="0"/>
          </a:p>
        </p:txBody>
      </p:sp>
      <p:pic>
        <p:nvPicPr>
          <p:cNvPr id="5" name="내용 개체 틀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5B76DB9B-4790-AC92-ABD3-9959C29B8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344" y="2807208"/>
            <a:ext cx="6903720" cy="3400082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CF9BE82-496E-89B7-F322-BD3F9D4570E7}"/>
              </a:ext>
            </a:extLst>
          </p:cNvPr>
          <p:cNvCxnSpPr/>
          <p:nvPr/>
        </p:nvCxnSpPr>
        <p:spPr>
          <a:xfrm>
            <a:off x="3993160" y="2986481"/>
            <a:ext cx="1501629" cy="788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6BBCBE2-E992-93D6-5B87-6DD32635CA80}"/>
              </a:ext>
            </a:extLst>
          </p:cNvPr>
          <p:cNvCxnSpPr/>
          <p:nvPr/>
        </p:nvCxnSpPr>
        <p:spPr>
          <a:xfrm>
            <a:off x="2734811" y="3775046"/>
            <a:ext cx="2759978" cy="167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6D991CE-CBB0-2E2C-7799-86C6BCBB95C4}"/>
              </a:ext>
            </a:extLst>
          </p:cNvPr>
          <p:cNvCxnSpPr/>
          <p:nvPr/>
        </p:nvCxnSpPr>
        <p:spPr>
          <a:xfrm>
            <a:off x="3716323" y="4404220"/>
            <a:ext cx="1778466" cy="218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75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C4D6B6-E6B0-0C35-965A-81DCFBB07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altLang="ko-KR" dirty="0" err="1"/>
              <a:t>dropBlocks</a:t>
            </a:r>
            <a:r>
              <a:rPr lang="en-US" altLang="ko-KR" dirty="0"/>
              <a:t> </a:t>
            </a:r>
            <a:r>
              <a:rPr lang="ko-KR" altLang="en-US" dirty="0"/>
              <a:t>함수 구현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72460D1-FCBB-F629-E769-9DB9E89B5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400" dirty="0"/>
              <a:t>1. </a:t>
            </a:r>
            <a:r>
              <a:rPr lang="ko-KR" altLang="en-US" sz="1400" dirty="0" err="1"/>
              <a:t>세그</a:t>
            </a:r>
            <a:r>
              <a:rPr lang="ko-KR" altLang="en-US" sz="1400" dirty="0"/>
              <a:t> 트리 갱신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2. </a:t>
            </a:r>
            <a:r>
              <a:rPr lang="ko-KR" altLang="en-US" sz="1400" dirty="0"/>
              <a:t>전체 구간에서 최대</a:t>
            </a:r>
            <a:r>
              <a:rPr lang="en-US" altLang="ko-KR" sz="1400" dirty="0"/>
              <a:t>, </a:t>
            </a:r>
            <a:r>
              <a:rPr lang="ko-KR" altLang="en-US" sz="1400" dirty="0"/>
              <a:t>최소 구하기</a:t>
            </a:r>
            <a:endParaRPr lang="en-US" altLang="ko-KR" sz="1400" dirty="0"/>
          </a:p>
          <a:p>
            <a:pPr lvl="1"/>
            <a:r>
              <a:rPr lang="ko-KR" altLang="en-US" sz="1000" dirty="0"/>
              <a:t>루트 노드의 정보 가져오기</a:t>
            </a:r>
            <a:endParaRPr lang="en-US" altLang="ko-KR" sz="1000" dirty="0"/>
          </a:p>
          <a:p>
            <a:endParaRPr lang="en-US" altLang="ko-KR" sz="1400" dirty="0"/>
          </a:p>
          <a:p>
            <a:r>
              <a:rPr lang="en-US" sz="1400" dirty="0"/>
              <a:t>3. </a:t>
            </a:r>
            <a:r>
              <a:rPr lang="ko-KR" altLang="en-US" sz="1400" dirty="0"/>
              <a:t>가장 높은 블록의 높이 계산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sz="1400" dirty="0"/>
              <a:t>4. </a:t>
            </a:r>
            <a:r>
              <a:rPr lang="ko-KR" altLang="en-US" sz="1400" dirty="0"/>
              <a:t>지금까지 추가된 블록에서</a:t>
            </a:r>
            <a:r>
              <a:rPr lang="en-US" altLang="ko-KR" sz="1400" dirty="0"/>
              <a:t>, </a:t>
            </a:r>
            <a:r>
              <a:rPr lang="ko-KR" altLang="en-US" sz="1400" dirty="0"/>
              <a:t>제거된 크기 만큼 </a:t>
            </a:r>
            <a:r>
              <a:rPr lang="ko-KR" altLang="en-US" sz="1400" dirty="0" err="1"/>
              <a:t>빼주기</a:t>
            </a:r>
            <a:endParaRPr lang="en-US" sz="1400" dirty="0"/>
          </a:p>
        </p:txBody>
      </p:sp>
      <p:pic>
        <p:nvPicPr>
          <p:cNvPr id="5" name="내용 개체 틀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5BA4C500-3013-8F11-F2F2-939025435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769" y="2080235"/>
            <a:ext cx="6903720" cy="4487418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A822D1F-9212-AA02-CAD2-900F8CB2380D}"/>
              </a:ext>
            </a:extLst>
          </p:cNvPr>
          <p:cNvCxnSpPr>
            <a:cxnSpLocks/>
          </p:cNvCxnSpPr>
          <p:nvPr/>
        </p:nvCxnSpPr>
        <p:spPr>
          <a:xfrm>
            <a:off x="3800213" y="2927758"/>
            <a:ext cx="2072081" cy="1333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E81000F-BBF8-8424-9DCB-E95D0B20AC37}"/>
              </a:ext>
            </a:extLst>
          </p:cNvPr>
          <p:cNvCxnSpPr/>
          <p:nvPr/>
        </p:nvCxnSpPr>
        <p:spPr>
          <a:xfrm>
            <a:off x="3800213" y="3909270"/>
            <a:ext cx="2130804" cy="1107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901F44B-0FB8-1FAF-1699-2E3C3A0C4F26}"/>
              </a:ext>
            </a:extLst>
          </p:cNvPr>
          <p:cNvCxnSpPr/>
          <p:nvPr/>
        </p:nvCxnSpPr>
        <p:spPr>
          <a:xfrm>
            <a:off x="3397541" y="4832059"/>
            <a:ext cx="2474753" cy="50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3A7AD9B-77DB-7CA1-1797-3347A4C65BE6}"/>
              </a:ext>
            </a:extLst>
          </p:cNvPr>
          <p:cNvCxnSpPr>
            <a:cxnSpLocks/>
          </p:cNvCxnSpPr>
          <p:nvPr/>
        </p:nvCxnSpPr>
        <p:spPr>
          <a:xfrm flipV="1">
            <a:off x="3878654" y="5587069"/>
            <a:ext cx="1993640" cy="15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610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2A6C9C-B337-A414-6555-9AB3E7A2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135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330</Words>
  <Application>Microsoft Office PowerPoint</Application>
  <PresentationFormat>와이드스크린</PresentationFormat>
  <Paragraphs>54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블록쌓기게임</vt:lpstr>
      <vt:lpstr>문제 소개</vt:lpstr>
      <vt:lpstr>문제 소개</vt:lpstr>
      <vt:lpstr>문제 소개</vt:lpstr>
      <vt:lpstr>문제 접근 - 세그트리</vt:lpstr>
      <vt:lpstr>PowerPoint 프레젠테이션</vt:lpstr>
      <vt:lpstr>PowerPoint 프레젠테이션</vt:lpstr>
      <vt:lpstr>세그 트리 구현</vt:lpstr>
      <vt:lpstr>dropBlocks 함수 구현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블록쌓기게임</dc:title>
  <dc:creator>이승재</dc:creator>
  <cp:lastModifiedBy>이승재</cp:lastModifiedBy>
  <cp:revision>1</cp:revision>
  <dcterms:created xsi:type="dcterms:W3CDTF">2024-01-29T08:44:00Z</dcterms:created>
  <dcterms:modified xsi:type="dcterms:W3CDTF">2024-01-29T09:40:55Z</dcterms:modified>
</cp:coreProperties>
</file>