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4BB395-383E-4E1E-BCD6-C8BED1E784C0}" v="36" dt="2024-01-30T09:49:27.8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승재" userId="1d7995c1-5f7c-4e08-b977-e3b2be4af101" providerId="ADAL" clId="{BB4BB395-383E-4E1E-BCD6-C8BED1E784C0}"/>
    <pc:docChg chg="undo custSel addSld modSld">
      <pc:chgData name="이승재" userId="1d7995c1-5f7c-4e08-b977-e3b2be4af101" providerId="ADAL" clId="{BB4BB395-383E-4E1E-BCD6-C8BED1E784C0}" dt="2024-01-30T09:56:13.193" v="6607" actId="20577"/>
      <pc:docMkLst>
        <pc:docMk/>
      </pc:docMkLst>
      <pc:sldChg chg="addSp modSp new mod">
        <pc:chgData name="이승재" userId="1d7995c1-5f7c-4e08-b977-e3b2be4af101" providerId="ADAL" clId="{BB4BB395-383E-4E1E-BCD6-C8BED1E784C0}" dt="2024-01-30T08:55:12.393" v="137" actId="20577"/>
        <pc:sldMkLst>
          <pc:docMk/>
          <pc:sldMk cId="4284010401" sldId="256"/>
        </pc:sldMkLst>
        <pc:spChg chg="mod">
          <ac:chgData name="이승재" userId="1d7995c1-5f7c-4e08-b977-e3b2be4af101" providerId="ADAL" clId="{BB4BB395-383E-4E1E-BCD6-C8BED1E784C0}" dt="2024-01-30T08:52:57.191" v="15" actId="20577"/>
          <ac:spMkLst>
            <pc:docMk/>
            <pc:sldMk cId="4284010401" sldId="256"/>
            <ac:spMk id="2" creationId="{5D798ACE-60F7-9662-AAC4-7C2327C744BA}"/>
          </ac:spMkLst>
        </pc:spChg>
        <pc:spChg chg="mod">
          <ac:chgData name="이승재" userId="1d7995c1-5f7c-4e08-b977-e3b2be4af101" providerId="ADAL" clId="{BB4BB395-383E-4E1E-BCD6-C8BED1E784C0}" dt="2024-01-30T08:54:38.086" v="109" actId="20577"/>
          <ac:spMkLst>
            <pc:docMk/>
            <pc:sldMk cId="4284010401" sldId="256"/>
            <ac:spMk id="3" creationId="{AA499EE0-655A-E793-7053-FD4F2496830C}"/>
          </ac:spMkLst>
        </pc:spChg>
        <pc:spChg chg="add mod">
          <ac:chgData name="이승재" userId="1d7995c1-5f7c-4e08-b977-e3b2be4af101" providerId="ADAL" clId="{BB4BB395-383E-4E1E-BCD6-C8BED1E784C0}" dt="2024-01-30T08:55:12.393" v="137" actId="20577"/>
          <ac:spMkLst>
            <pc:docMk/>
            <pc:sldMk cId="4284010401" sldId="256"/>
            <ac:spMk id="4" creationId="{B6E9C9B3-88A6-40D7-52D5-D02A17D607FC}"/>
          </ac:spMkLst>
        </pc:spChg>
      </pc:sldChg>
      <pc:sldChg chg="addSp delSp modSp new mod setBg">
        <pc:chgData name="이승재" userId="1d7995c1-5f7c-4e08-b977-e3b2be4af101" providerId="ADAL" clId="{BB4BB395-383E-4E1E-BCD6-C8BED1E784C0}" dt="2024-01-30T09:02:38.283" v="812" actId="20577"/>
        <pc:sldMkLst>
          <pc:docMk/>
          <pc:sldMk cId="938228295" sldId="257"/>
        </pc:sldMkLst>
        <pc:spChg chg="mod">
          <ac:chgData name="이승재" userId="1d7995c1-5f7c-4e08-b977-e3b2be4af101" providerId="ADAL" clId="{BB4BB395-383E-4E1E-BCD6-C8BED1E784C0}" dt="2024-01-30T08:58:27.989" v="161" actId="26606"/>
          <ac:spMkLst>
            <pc:docMk/>
            <pc:sldMk cId="938228295" sldId="257"/>
            <ac:spMk id="2" creationId="{4C174168-4520-63EE-9ADB-17C23666A886}"/>
          </ac:spMkLst>
        </pc:spChg>
        <pc:spChg chg="del">
          <ac:chgData name="이승재" userId="1d7995c1-5f7c-4e08-b977-e3b2be4af101" providerId="ADAL" clId="{BB4BB395-383E-4E1E-BCD6-C8BED1E784C0}" dt="2024-01-30T08:58:06.863" v="153" actId="22"/>
          <ac:spMkLst>
            <pc:docMk/>
            <pc:sldMk cId="938228295" sldId="257"/>
            <ac:spMk id="3" creationId="{DEC464C4-444B-A5D9-FD25-7343A4C75B5B}"/>
          </ac:spMkLst>
        </pc:spChg>
        <pc:spChg chg="add mod">
          <ac:chgData name="이승재" userId="1d7995c1-5f7c-4e08-b977-e3b2be4af101" providerId="ADAL" clId="{BB4BB395-383E-4E1E-BCD6-C8BED1E784C0}" dt="2024-01-30T09:02:38.283" v="812" actId="20577"/>
          <ac:spMkLst>
            <pc:docMk/>
            <pc:sldMk cId="938228295" sldId="257"/>
            <ac:spMk id="7" creationId="{FA6A95FD-5EC9-53E8-C105-DB2FCEC2068F}"/>
          </ac:spMkLst>
        </pc:spChg>
        <pc:spChg chg="add">
          <ac:chgData name="이승재" userId="1d7995c1-5f7c-4e08-b977-e3b2be4af101" providerId="ADAL" clId="{BB4BB395-383E-4E1E-BCD6-C8BED1E784C0}" dt="2024-01-30T08:58:27.989" v="161" actId="26606"/>
          <ac:spMkLst>
            <pc:docMk/>
            <pc:sldMk cId="938228295" sldId="257"/>
            <ac:spMk id="1033" creationId="{352BEC0E-22F8-46D0-9632-375DB541B06C}"/>
          </ac:spMkLst>
        </pc:spChg>
        <pc:spChg chg="add">
          <ac:chgData name="이승재" userId="1d7995c1-5f7c-4e08-b977-e3b2be4af101" providerId="ADAL" clId="{BB4BB395-383E-4E1E-BCD6-C8BED1E784C0}" dt="2024-01-30T08:58:27.989" v="161" actId="26606"/>
          <ac:spMkLst>
            <pc:docMk/>
            <pc:sldMk cId="938228295" sldId="257"/>
            <ac:spMk id="1035" creationId="{3FCFB1DE-0B7E-48CC-BA90-B2AB0889F9D6}"/>
          </ac:spMkLst>
        </pc:spChg>
        <pc:picChg chg="add del mod ord">
          <ac:chgData name="이승재" userId="1d7995c1-5f7c-4e08-b977-e3b2be4af101" providerId="ADAL" clId="{BB4BB395-383E-4E1E-BCD6-C8BED1E784C0}" dt="2024-01-30T08:58:20.964" v="158" actId="478"/>
          <ac:picMkLst>
            <pc:docMk/>
            <pc:sldMk cId="938228295" sldId="257"/>
            <ac:picMk id="5" creationId="{5F8F2DCF-69EC-22A8-BADE-9C730461CF6D}"/>
          </ac:picMkLst>
        </pc:picChg>
        <pc:picChg chg="add mod ord">
          <ac:chgData name="이승재" userId="1d7995c1-5f7c-4e08-b977-e3b2be4af101" providerId="ADAL" clId="{BB4BB395-383E-4E1E-BCD6-C8BED1E784C0}" dt="2024-01-30T08:58:30.513" v="162" actId="1076"/>
          <ac:picMkLst>
            <pc:docMk/>
            <pc:sldMk cId="938228295" sldId="257"/>
            <ac:picMk id="1026" creationId="{0A1675ED-AE16-2426-0B12-521AFCF1070B}"/>
          </ac:picMkLst>
        </pc:picChg>
        <pc:picChg chg="add mod">
          <ac:chgData name="이승재" userId="1d7995c1-5f7c-4e08-b977-e3b2be4af101" providerId="ADAL" clId="{BB4BB395-383E-4E1E-BCD6-C8BED1E784C0}" dt="2024-01-30T08:58:27.989" v="161" actId="26606"/>
          <ac:picMkLst>
            <pc:docMk/>
            <pc:sldMk cId="938228295" sldId="257"/>
            <ac:picMk id="1028" creationId="{373131E2-37B7-FEFA-99AC-303174368BF9}"/>
          </ac:picMkLst>
        </pc:picChg>
      </pc:sldChg>
      <pc:sldChg chg="addSp delSp modSp new mod">
        <pc:chgData name="이승재" userId="1d7995c1-5f7c-4e08-b977-e3b2be4af101" providerId="ADAL" clId="{BB4BB395-383E-4E1E-BCD6-C8BED1E784C0}" dt="2024-01-30T09:30:20.530" v="3160" actId="1076"/>
        <pc:sldMkLst>
          <pc:docMk/>
          <pc:sldMk cId="1783889265" sldId="258"/>
        </pc:sldMkLst>
        <pc:spChg chg="mod">
          <ac:chgData name="이승재" userId="1d7995c1-5f7c-4e08-b977-e3b2be4af101" providerId="ADAL" clId="{BB4BB395-383E-4E1E-BCD6-C8BED1E784C0}" dt="2024-01-30T09:15:40.736" v="856" actId="20577"/>
          <ac:spMkLst>
            <pc:docMk/>
            <pc:sldMk cId="1783889265" sldId="258"/>
            <ac:spMk id="2" creationId="{FD9DF76D-3361-11E9-7CFE-97AA2EB9333B}"/>
          </ac:spMkLst>
        </pc:spChg>
        <pc:spChg chg="del">
          <ac:chgData name="이승재" userId="1d7995c1-5f7c-4e08-b977-e3b2be4af101" providerId="ADAL" clId="{BB4BB395-383E-4E1E-BCD6-C8BED1E784C0}" dt="2024-01-30T09:15:47.271" v="857" actId="3680"/>
          <ac:spMkLst>
            <pc:docMk/>
            <pc:sldMk cId="1783889265" sldId="258"/>
            <ac:spMk id="3" creationId="{FF7F9E9E-5197-FC48-201A-11CDF0EEAF65}"/>
          </ac:spMkLst>
        </pc:spChg>
        <pc:spChg chg="add mod">
          <ac:chgData name="이승재" userId="1d7995c1-5f7c-4e08-b977-e3b2be4af101" providerId="ADAL" clId="{BB4BB395-383E-4E1E-BCD6-C8BED1E784C0}" dt="2024-01-30T09:30:20.530" v="3160" actId="1076"/>
          <ac:spMkLst>
            <pc:docMk/>
            <pc:sldMk cId="1783889265" sldId="258"/>
            <ac:spMk id="5" creationId="{1DA6BBF9-0478-F4E3-FA25-030CAA868C0C}"/>
          </ac:spMkLst>
        </pc:spChg>
        <pc:graphicFrameChg chg="add mod ord modGraphic">
          <ac:chgData name="이승재" userId="1d7995c1-5f7c-4e08-b977-e3b2be4af101" providerId="ADAL" clId="{BB4BB395-383E-4E1E-BCD6-C8BED1E784C0}" dt="2024-01-30T09:30:15.971" v="3159" actId="20577"/>
          <ac:graphicFrameMkLst>
            <pc:docMk/>
            <pc:sldMk cId="1783889265" sldId="258"/>
            <ac:graphicFrameMk id="4" creationId="{026C54E3-5394-3A58-A472-2B875FFE1529}"/>
          </ac:graphicFrameMkLst>
        </pc:graphicFrameChg>
      </pc:sldChg>
      <pc:sldChg chg="addSp delSp modSp new mod">
        <pc:chgData name="이승재" userId="1d7995c1-5f7c-4e08-b977-e3b2be4af101" providerId="ADAL" clId="{BB4BB395-383E-4E1E-BCD6-C8BED1E784C0}" dt="2024-01-30T09:29:40.573" v="3053" actId="20577"/>
        <pc:sldMkLst>
          <pc:docMk/>
          <pc:sldMk cId="3180542908" sldId="259"/>
        </pc:sldMkLst>
        <pc:spChg chg="mod">
          <ac:chgData name="이승재" userId="1d7995c1-5f7c-4e08-b977-e3b2be4af101" providerId="ADAL" clId="{BB4BB395-383E-4E1E-BCD6-C8BED1E784C0}" dt="2024-01-30T09:22:20.576" v="2038" actId="20577"/>
          <ac:spMkLst>
            <pc:docMk/>
            <pc:sldMk cId="3180542908" sldId="259"/>
            <ac:spMk id="2" creationId="{7BDB3897-6F2B-135E-BC3D-4824A3019E3C}"/>
          </ac:spMkLst>
        </pc:spChg>
        <pc:spChg chg="del">
          <ac:chgData name="이승재" userId="1d7995c1-5f7c-4e08-b977-e3b2be4af101" providerId="ADAL" clId="{BB4BB395-383E-4E1E-BCD6-C8BED1E784C0}" dt="2024-01-30T09:21:44.782" v="1981" actId="3680"/>
          <ac:spMkLst>
            <pc:docMk/>
            <pc:sldMk cId="3180542908" sldId="259"/>
            <ac:spMk id="3" creationId="{CC4AF48C-1BA1-1F83-A997-748EC2F078D1}"/>
          </ac:spMkLst>
        </pc:spChg>
        <pc:spChg chg="add mod">
          <ac:chgData name="이승재" userId="1d7995c1-5f7c-4e08-b977-e3b2be4af101" providerId="ADAL" clId="{BB4BB395-383E-4E1E-BCD6-C8BED1E784C0}" dt="2024-01-30T09:28:36.251" v="2865" actId="20577"/>
          <ac:spMkLst>
            <pc:docMk/>
            <pc:sldMk cId="3180542908" sldId="259"/>
            <ac:spMk id="5" creationId="{189F541B-9803-2B53-B734-7648934463E6}"/>
          </ac:spMkLst>
        </pc:spChg>
        <pc:spChg chg="add mod">
          <ac:chgData name="이승재" userId="1d7995c1-5f7c-4e08-b977-e3b2be4af101" providerId="ADAL" clId="{BB4BB395-383E-4E1E-BCD6-C8BED1E784C0}" dt="2024-01-30T09:29:12.216" v="2940" actId="1076"/>
          <ac:spMkLst>
            <pc:docMk/>
            <pc:sldMk cId="3180542908" sldId="259"/>
            <ac:spMk id="6" creationId="{AA50BC3A-5239-2FDD-B380-6B4263FF45AA}"/>
          </ac:spMkLst>
        </pc:spChg>
        <pc:graphicFrameChg chg="add mod ord modGraphic">
          <ac:chgData name="이승재" userId="1d7995c1-5f7c-4e08-b977-e3b2be4af101" providerId="ADAL" clId="{BB4BB395-383E-4E1E-BCD6-C8BED1E784C0}" dt="2024-01-30T09:29:40.573" v="3053" actId="20577"/>
          <ac:graphicFrameMkLst>
            <pc:docMk/>
            <pc:sldMk cId="3180542908" sldId="259"/>
            <ac:graphicFrameMk id="4" creationId="{6AA4D2AC-8ABB-B319-AA63-D0255E4E90B5}"/>
          </ac:graphicFrameMkLst>
        </pc:graphicFrameChg>
      </pc:sldChg>
      <pc:sldChg chg="addSp modSp new mod setBg">
        <pc:chgData name="이승재" userId="1d7995c1-5f7c-4e08-b977-e3b2be4af101" providerId="ADAL" clId="{BB4BB395-383E-4E1E-BCD6-C8BED1E784C0}" dt="2024-01-30T09:41:55.221" v="4458" actId="20577"/>
        <pc:sldMkLst>
          <pc:docMk/>
          <pc:sldMk cId="2793435447" sldId="260"/>
        </pc:sldMkLst>
        <pc:spChg chg="mod">
          <ac:chgData name="이승재" userId="1d7995c1-5f7c-4e08-b977-e3b2be4af101" providerId="ADAL" clId="{BB4BB395-383E-4E1E-BCD6-C8BED1E784C0}" dt="2024-01-30T09:31:34.572" v="3190" actId="26606"/>
          <ac:spMkLst>
            <pc:docMk/>
            <pc:sldMk cId="2793435447" sldId="260"/>
            <ac:spMk id="2" creationId="{5B0A9EF6-FDCD-7BC7-E191-5CB717D40E0C}"/>
          </ac:spMkLst>
        </pc:spChg>
        <pc:spChg chg="mod">
          <ac:chgData name="이승재" userId="1d7995c1-5f7c-4e08-b977-e3b2be4af101" providerId="ADAL" clId="{BB4BB395-383E-4E1E-BCD6-C8BED1E784C0}" dt="2024-01-30T09:41:55.221" v="4458" actId="20577"/>
          <ac:spMkLst>
            <pc:docMk/>
            <pc:sldMk cId="2793435447" sldId="260"/>
            <ac:spMk id="3" creationId="{0D5CF0C8-6D34-EFF2-9645-EFF86D47DBA4}"/>
          </ac:spMkLst>
        </pc:spChg>
        <pc:spChg chg="add">
          <ac:chgData name="이승재" userId="1d7995c1-5f7c-4e08-b977-e3b2be4af101" providerId="ADAL" clId="{BB4BB395-383E-4E1E-BCD6-C8BED1E784C0}" dt="2024-01-30T09:31:34.572" v="3190" actId="26606"/>
          <ac:spMkLst>
            <pc:docMk/>
            <pc:sldMk cId="2793435447" sldId="260"/>
            <ac:spMk id="9" creationId="{058A14AF-9FB5-4CC7-BA35-E8E85D3EDF0E}"/>
          </ac:spMkLst>
        </pc:spChg>
        <pc:spChg chg="add">
          <ac:chgData name="이승재" userId="1d7995c1-5f7c-4e08-b977-e3b2be4af101" providerId="ADAL" clId="{BB4BB395-383E-4E1E-BCD6-C8BED1E784C0}" dt="2024-01-30T09:31:34.572" v="3190" actId="26606"/>
          <ac:spMkLst>
            <pc:docMk/>
            <pc:sldMk cId="2793435447" sldId="260"/>
            <ac:spMk id="11" creationId="{3A9A4357-BD1D-4622-A4FE-766E6AB8DE84}"/>
          </ac:spMkLst>
        </pc:spChg>
        <pc:spChg chg="add">
          <ac:chgData name="이승재" userId="1d7995c1-5f7c-4e08-b977-e3b2be4af101" providerId="ADAL" clId="{BB4BB395-383E-4E1E-BCD6-C8BED1E784C0}" dt="2024-01-30T09:31:34.572" v="3190" actId="26606"/>
          <ac:spMkLst>
            <pc:docMk/>
            <pc:sldMk cId="2793435447" sldId="260"/>
            <ac:spMk id="13" creationId="{E659831F-0D9A-4C63-9EBB-8435B85A440F}"/>
          </ac:spMkLst>
        </pc:spChg>
        <pc:spChg chg="add">
          <ac:chgData name="이승재" userId="1d7995c1-5f7c-4e08-b977-e3b2be4af101" providerId="ADAL" clId="{BB4BB395-383E-4E1E-BCD6-C8BED1E784C0}" dt="2024-01-30T09:31:34.572" v="3190" actId="26606"/>
          <ac:spMkLst>
            <pc:docMk/>
            <pc:sldMk cId="2793435447" sldId="260"/>
            <ac:spMk id="15" creationId="{E6995CE5-F890-4ABA-82A2-26507CE8D2A3}"/>
          </ac:spMkLst>
        </pc:spChg>
        <pc:picChg chg="add mod">
          <ac:chgData name="이승재" userId="1d7995c1-5f7c-4e08-b977-e3b2be4af101" providerId="ADAL" clId="{BB4BB395-383E-4E1E-BCD6-C8BED1E784C0}" dt="2024-01-30T09:31:37.218" v="3192" actId="962"/>
          <ac:picMkLst>
            <pc:docMk/>
            <pc:sldMk cId="2793435447" sldId="260"/>
            <ac:picMk id="4" creationId="{7A8619B3-4797-B077-EA4F-71730F5E0C7C}"/>
          </ac:picMkLst>
        </pc:picChg>
        <pc:picChg chg="add mod">
          <ac:chgData name="이승재" userId="1d7995c1-5f7c-4e08-b977-e3b2be4af101" providerId="ADAL" clId="{BB4BB395-383E-4E1E-BCD6-C8BED1E784C0}" dt="2024-01-30T09:32:28.489" v="3534"/>
          <ac:picMkLst>
            <pc:docMk/>
            <pc:sldMk cId="2793435447" sldId="260"/>
            <ac:picMk id="5" creationId="{A386CCA6-5B6C-8589-FA50-E3E31827F326}"/>
          </ac:picMkLst>
        </pc:picChg>
      </pc:sldChg>
      <pc:sldChg chg="addSp delSp modSp new mod setBg">
        <pc:chgData name="이승재" userId="1d7995c1-5f7c-4e08-b977-e3b2be4af101" providerId="ADAL" clId="{BB4BB395-383E-4E1E-BCD6-C8BED1E784C0}" dt="2024-01-30T09:44:41.761" v="4697" actId="11529"/>
        <pc:sldMkLst>
          <pc:docMk/>
          <pc:sldMk cId="4009207875" sldId="261"/>
        </pc:sldMkLst>
        <pc:spChg chg="mod">
          <ac:chgData name="이승재" userId="1d7995c1-5f7c-4e08-b977-e3b2be4af101" providerId="ADAL" clId="{BB4BB395-383E-4E1E-BCD6-C8BED1E784C0}" dt="2024-01-30T09:43:09.986" v="4483" actId="26606"/>
          <ac:spMkLst>
            <pc:docMk/>
            <pc:sldMk cId="4009207875" sldId="261"/>
            <ac:spMk id="2" creationId="{DF1AF492-A462-B48D-8451-5F29166B1BF3}"/>
          </ac:spMkLst>
        </pc:spChg>
        <pc:spChg chg="del">
          <ac:chgData name="이승재" userId="1d7995c1-5f7c-4e08-b977-e3b2be4af101" providerId="ADAL" clId="{BB4BB395-383E-4E1E-BCD6-C8BED1E784C0}" dt="2024-01-30T09:42:57.387" v="4472"/>
          <ac:spMkLst>
            <pc:docMk/>
            <pc:sldMk cId="4009207875" sldId="261"/>
            <ac:spMk id="3" creationId="{41BF241F-6694-5E76-E0C4-012846C14E70}"/>
          </ac:spMkLst>
        </pc:spChg>
        <pc:spChg chg="add del">
          <ac:chgData name="이승재" userId="1d7995c1-5f7c-4e08-b977-e3b2be4af101" providerId="ADAL" clId="{BB4BB395-383E-4E1E-BCD6-C8BED1E784C0}" dt="2024-01-30T09:43:03.263" v="4476" actId="26606"/>
          <ac:spMkLst>
            <pc:docMk/>
            <pc:sldMk cId="4009207875" sldId="261"/>
            <ac:spMk id="9" creationId="{5822E360-4143-125C-FFE9-443E082D41C4}"/>
          </ac:spMkLst>
        </pc:spChg>
        <pc:spChg chg="add del">
          <ac:chgData name="이승재" userId="1d7995c1-5f7c-4e08-b977-e3b2be4af101" providerId="ADAL" clId="{BB4BB395-383E-4E1E-BCD6-C8BED1E784C0}" dt="2024-01-30T09:43:09.074" v="4480" actId="26606"/>
          <ac:spMkLst>
            <pc:docMk/>
            <pc:sldMk cId="4009207875" sldId="261"/>
            <ac:spMk id="10" creationId="{D12DDE76-C203-4047-9998-63900085B5E8}"/>
          </ac:spMkLst>
        </pc:spChg>
        <pc:spChg chg="add del">
          <ac:chgData name="이승재" userId="1d7995c1-5f7c-4e08-b977-e3b2be4af101" providerId="ADAL" clId="{BB4BB395-383E-4E1E-BCD6-C8BED1E784C0}" dt="2024-01-30T09:43:03.263" v="4476" actId="26606"/>
          <ac:spMkLst>
            <pc:docMk/>
            <pc:sldMk cId="4009207875" sldId="261"/>
            <ac:spMk id="12" creationId="{058A14AF-9FB5-4CC7-BA35-E8E85D3EDF0E}"/>
          </ac:spMkLst>
        </pc:spChg>
        <pc:spChg chg="add del">
          <ac:chgData name="이승재" userId="1d7995c1-5f7c-4e08-b977-e3b2be4af101" providerId="ADAL" clId="{BB4BB395-383E-4E1E-BCD6-C8BED1E784C0}" dt="2024-01-30T09:43:09.976" v="4482" actId="26606"/>
          <ac:spMkLst>
            <pc:docMk/>
            <pc:sldMk cId="4009207875" sldId="261"/>
            <ac:spMk id="13" creationId="{058A14AF-9FB5-4CC7-BA35-E8E85D3EDF0E}"/>
          </ac:spMkLst>
        </pc:spChg>
        <pc:spChg chg="add del">
          <ac:chgData name="이승재" userId="1d7995c1-5f7c-4e08-b977-e3b2be4af101" providerId="ADAL" clId="{BB4BB395-383E-4E1E-BCD6-C8BED1E784C0}" dt="2024-01-30T09:43:03.263" v="4476" actId="26606"/>
          <ac:spMkLst>
            <pc:docMk/>
            <pc:sldMk cId="4009207875" sldId="261"/>
            <ac:spMk id="14" creationId="{3A9A4357-BD1D-4622-A4FE-766E6AB8DE84}"/>
          </ac:spMkLst>
        </pc:spChg>
        <pc:spChg chg="add del">
          <ac:chgData name="이승재" userId="1d7995c1-5f7c-4e08-b977-e3b2be4af101" providerId="ADAL" clId="{BB4BB395-383E-4E1E-BCD6-C8BED1E784C0}" dt="2024-01-30T09:43:09.976" v="4482" actId="26606"/>
          <ac:spMkLst>
            <pc:docMk/>
            <pc:sldMk cId="4009207875" sldId="261"/>
            <ac:spMk id="15" creationId="{3A9A4357-BD1D-4622-A4FE-766E6AB8DE84}"/>
          </ac:spMkLst>
        </pc:spChg>
        <pc:spChg chg="add del">
          <ac:chgData name="이승재" userId="1d7995c1-5f7c-4e08-b977-e3b2be4af101" providerId="ADAL" clId="{BB4BB395-383E-4E1E-BCD6-C8BED1E784C0}" dt="2024-01-30T09:43:03.263" v="4476" actId="26606"/>
          <ac:spMkLst>
            <pc:docMk/>
            <pc:sldMk cId="4009207875" sldId="261"/>
            <ac:spMk id="16" creationId="{E659831F-0D9A-4C63-9EBB-8435B85A440F}"/>
          </ac:spMkLst>
        </pc:spChg>
        <pc:spChg chg="add del">
          <ac:chgData name="이승재" userId="1d7995c1-5f7c-4e08-b977-e3b2be4af101" providerId="ADAL" clId="{BB4BB395-383E-4E1E-BCD6-C8BED1E784C0}" dt="2024-01-30T09:43:09.976" v="4482" actId="26606"/>
          <ac:spMkLst>
            <pc:docMk/>
            <pc:sldMk cId="4009207875" sldId="261"/>
            <ac:spMk id="17" creationId="{E659831F-0D9A-4C63-9EBB-8435B85A440F}"/>
          </ac:spMkLst>
        </pc:spChg>
        <pc:spChg chg="add del">
          <ac:chgData name="이승재" userId="1d7995c1-5f7c-4e08-b977-e3b2be4af101" providerId="ADAL" clId="{BB4BB395-383E-4E1E-BCD6-C8BED1E784C0}" dt="2024-01-30T09:43:03.263" v="4476" actId="26606"/>
          <ac:spMkLst>
            <pc:docMk/>
            <pc:sldMk cId="4009207875" sldId="261"/>
            <ac:spMk id="18" creationId="{E6995CE5-F890-4ABA-82A2-26507CE8D2A3}"/>
          </ac:spMkLst>
        </pc:spChg>
        <pc:spChg chg="add del">
          <ac:chgData name="이승재" userId="1d7995c1-5f7c-4e08-b977-e3b2be4af101" providerId="ADAL" clId="{BB4BB395-383E-4E1E-BCD6-C8BED1E784C0}" dt="2024-01-30T09:43:09.976" v="4482" actId="26606"/>
          <ac:spMkLst>
            <pc:docMk/>
            <pc:sldMk cId="4009207875" sldId="261"/>
            <ac:spMk id="19" creationId="{5822E360-4143-125C-FFE9-443E082D41C4}"/>
          </ac:spMkLst>
        </pc:spChg>
        <pc:spChg chg="add del">
          <ac:chgData name="이승재" userId="1d7995c1-5f7c-4e08-b977-e3b2be4af101" providerId="ADAL" clId="{BB4BB395-383E-4E1E-BCD6-C8BED1E784C0}" dt="2024-01-30T09:43:05.007" v="4478" actId="26606"/>
          <ac:spMkLst>
            <pc:docMk/>
            <pc:sldMk cId="4009207875" sldId="261"/>
            <ac:spMk id="20" creationId="{C13237C8-E62C-4F0D-A318-BD6FB6C2D138}"/>
          </ac:spMkLst>
        </pc:spChg>
        <pc:spChg chg="add del">
          <ac:chgData name="이승재" userId="1d7995c1-5f7c-4e08-b977-e3b2be4af101" providerId="ADAL" clId="{BB4BB395-383E-4E1E-BCD6-C8BED1E784C0}" dt="2024-01-30T09:43:05.007" v="4478" actId="26606"/>
          <ac:spMkLst>
            <pc:docMk/>
            <pc:sldMk cId="4009207875" sldId="261"/>
            <ac:spMk id="21" creationId="{201CC55D-ED54-4C5C-95E6-10947BD1103B}"/>
          </ac:spMkLst>
        </pc:spChg>
        <pc:spChg chg="add del">
          <ac:chgData name="이승재" userId="1d7995c1-5f7c-4e08-b977-e3b2be4af101" providerId="ADAL" clId="{BB4BB395-383E-4E1E-BCD6-C8BED1E784C0}" dt="2024-01-30T09:43:05.007" v="4478" actId="26606"/>
          <ac:spMkLst>
            <pc:docMk/>
            <pc:sldMk cId="4009207875" sldId="261"/>
            <ac:spMk id="22" creationId="{19C9EAEA-39D0-4B0E-A0EB-51E7B26740B1}"/>
          </ac:spMkLst>
        </pc:spChg>
        <pc:spChg chg="add del">
          <ac:chgData name="이승재" userId="1d7995c1-5f7c-4e08-b977-e3b2be4af101" providerId="ADAL" clId="{BB4BB395-383E-4E1E-BCD6-C8BED1E784C0}" dt="2024-01-30T09:43:09.976" v="4482" actId="26606"/>
          <ac:spMkLst>
            <pc:docMk/>
            <pc:sldMk cId="4009207875" sldId="261"/>
            <ac:spMk id="24" creationId="{E6995CE5-F890-4ABA-82A2-26507CE8D2A3}"/>
          </ac:spMkLst>
        </pc:spChg>
        <pc:spChg chg="add del">
          <ac:chgData name="이승재" userId="1d7995c1-5f7c-4e08-b977-e3b2be4af101" providerId="ADAL" clId="{BB4BB395-383E-4E1E-BCD6-C8BED1E784C0}" dt="2024-01-30T09:43:05.007" v="4478" actId="26606"/>
          <ac:spMkLst>
            <pc:docMk/>
            <pc:sldMk cId="4009207875" sldId="261"/>
            <ac:spMk id="25" creationId="{3873B707-463F-40B0-8227-E8CC6C67EB25}"/>
          </ac:spMkLst>
        </pc:spChg>
        <pc:spChg chg="add del">
          <ac:chgData name="이승재" userId="1d7995c1-5f7c-4e08-b977-e3b2be4af101" providerId="ADAL" clId="{BB4BB395-383E-4E1E-BCD6-C8BED1E784C0}" dt="2024-01-30T09:43:05.007" v="4478" actId="26606"/>
          <ac:spMkLst>
            <pc:docMk/>
            <pc:sldMk cId="4009207875" sldId="261"/>
            <ac:spMk id="26" creationId="{8AE2CC88-2987-3D83-D1ED-F54F99DA5629}"/>
          </ac:spMkLst>
        </pc:spChg>
        <pc:spChg chg="add">
          <ac:chgData name="이승재" userId="1d7995c1-5f7c-4e08-b977-e3b2be4af101" providerId="ADAL" clId="{BB4BB395-383E-4E1E-BCD6-C8BED1E784C0}" dt="2024-01-30T09:43:09.986" v="4483" actId="26606"/>
          <ac:spMkLst>
            <pc:docMk/>
            <pc:sldMk cId="4009207875" sldId="261"/>
            <ac:spMk id="27" creationId="{117AB3D3-3C9C-4DED-809A-78734805B895}"/>
          </ac:spMkLst>
        </pc:spChg>
        <pc:spChg chg="add">
          <ac:chgData name="이승재" userId="1d7995c1-5f7c-4e08-b977-e3b2be4af101" providerId="ADAL" clId="{BB4BB395-383E-4E1E-BCD6-C8BED1E784C0}" dt="2024-01-30T09:43:09.986" v="4483" actId="26606"/>
          <ac:spMkLst>
            <pc:docMk/>
            <pc:sldMk cId="4009207875" sldId="261"/>
            <ac:spMk id="28" creationId="{3A9A4357-BD1D-4622-A4FE-766E6AB8DE84}"/>
          </ac:spMkLst>
        </pc:spChg>
        <pc:spChg chg="add">
          <ac:chgData name="이승재" userId="1d7995c1-5f7c-4e08-b977-e3b2be4af101" providerId="ADAL" clId="{BB4BB395-383E-4E1E-BCD6-C8BED1E784C0}" dt="2024-01-30T09:43:09.986" v="4483" actId="26606"/>
          <ac:spMkLst>
            <pc:docMk/>
            <pc:sldMk cId="4009207875" sldId="261"/>
            <ac:spMk id="29" creationId="{E659831F-0D9A-4C63-9EBB-8435B85A440F}"/>
          </ac:spMkLst>
        </pc:spChg>
        <pc:spChg chg="add mod">
          <ac:chgData name="이승재" userId="1d7995c1-5f7c-4e08-b977-e3b2be4af101" providerId="ADAL" clId="{BB4BB395-383E-4E1E-BCD6-C8BED1E784C0}" dt="2024-01-30T09:44:14.904" v="4694" actId="15"/>
          <ac:spMkLst>
            <pc:docMk/>
            <pc:sldMk cId="4009207875" sldId="261"/>
            <ac:spMk id="30" creationId="{15AB266A-12F6-2E50-641D-756F5E413674}"/>
          </ac:spMkLst>
        </pc:spChg>
        <pc:spChg chg="add">
          <ac:chgData name="이승재" userId="1d7995c1-5f7c-4e08-b977-e3b2be4af101" providerId="ADAL" clId="{BB4BB395-383E-4E1E-BCD6-C8BED1E784C0}" dt="2024-01-30T09:43:09.986" v="4483" actId="26606"/>
          <ac:spMkLst>
            <pc:docMk/>
            <pc:sldMk cId="4009207875" sldId="261"/>
            <ac:spMk id="31" creationId="{E6995CE5-F890-4ABA-82A2-26507CE8D2A3}"/>
          </ac:spMkLst>
        </pc:spChg>
        <pc:grpChg chg="add del">
          <ac:chgData name="이승재" userId="1d7995c1-5f7c-4e08-b977-e3b2be4af101" providerId="ADAL" clId="{BB4BB395-383E-4E1E-BCD6-C8BED1E784C0}" dt="2024-01-30T09:43:05.007" v="4478" actId="26606"/>
          <ac:grpSpMkLst>
            <pc:docMk/>
            <pc:sldMk cId="4009207875" sldId="261"/>
            <ac:grpSpMk id="23" creationId="{1DE889C7-FAD6-4397-98E2-05D503484459}"/>
          </ac:grpSpMkLst>
        </pc:grpChg>
        <pc:picChg chg="add mod">
          <ac:chgData name="이승재" userId="1d7995c1-5f7c-4e08-b977-e3b2be4af101" providerId="ADAL" clId="{BB4BB395-383E-4E1E-BCD6-C8BED1E784C0}" dt="2024-01-30T09:43:09.986" v="4483" actId="26606"/>
          <ac:picMkLst>
            <pc:docMk/>
            <pc:sldMk cId="4009207875" sldId="261"/>
            <ac:picMk id="5" creationId="{80167F03-A3D4-8BC9-D067-D3244F0FE34A}"/>
          </ac:picMkLst>
        </pc:picChg>
        <pc:cxnChg chg="add">
          <ac:chgData name="이승재" userId="1d7995c1-5f7c-4e08-b977-e3b2be4af101" providerId="ADAL" clId="{BB4BB395-383E-4E1E-BCD6-C8BED1E784C0}" dt="2024-01-30T09:44:26.144" v="4695" actId="11529"/>
          <ac:cxnSpMkLst>
            <pc:docMk/>
            <pc:sldMk cId="4009207875" sldId="261"/>
            <ac:cxnSpMk id="7" creationId="{F126551B-AE0D-1D7F-A46A-31934C2D42C4}"/>
          </ac:cxnSpMkLst>
        </pc:cxnChg>
        <pc:cxnChg chg="add">
          <ac:chgData name="이승재" userId="1d7995c1-5f7c-4e08-b977-e3b2be4af101" providerId="ADAL" clId="{BB4BB395-383E-4E1E-BCD6-C8BED1E784C0}" dt="2024-01-30T09:44:33.924" v="4696" actId="11529"/>
          <ac:cxnSpMkLst>
            <pc:docMk/>
            <pc:sldMk cId="4009207875" sldId="261"/>
            <ac:cxnSpMk id="11" creationId="{7FB28042-D671-9EBE-534F-8B8638FE3C65}"/>
          </ac:cxnSpMkLst>
        </pc:cxnChg>
        <pc:cxnChg chg="add">
          <ac:chgData name="이승재" userId="1d7995c1-5f7c-4e08-b977-e3b2be4af101" providerId="ADAL" clId="{BB4BB395-383E-4E1E-BCD6-C8BED1E784C0}" dt="2024-01-30T09:44:41.761" v="4697" actId="11529"/>
          <ac:cxnSpMkLst>
            <pc:docMk/>
            <pc:sldMk cId="4009207875" sldId="261"/>
            <ac:cxnSpMk id="33" creationId="{8990FD8B-C963-A7F7-3444-94065E94507C}"/>
          </ac:cxnSpMkLst>
        </pc:cxnChg>
      </pc:sldChg>
      <pc:sldChg chg="addSp delSp modSp new mod setBg">
        <pc:chgData name="이승재" userId="1d7995c1-5f7c-4e08-b977-e3b2be4af101" providerId="ADAL" clId="{BB4BB395-383E-4E1E-BCD6-C8BED1E784C0}" dt="2024-01-30T09:48:49.601" v="5347" actId="11529"/>
        <pc:sldMkLst>
          <pc:docMk/>
          <pc:sldMk cId="4220815724" sldId="262"/>
        </pc:sldMkLst>
        <pc:spChg chg="mod">
          <ac:chgData name="이승재" userId="1d7995c1-5f7c-4e08-b977-e3b2be4af101" providerId="ADAL" clId="{BB4BB395-383E-4E1E-BCD6-C8BED1E784C0}" dt="2024-01-30T09:45:52.763" v="4751" actId="27636"/>
          <ac:spMkLst>
            <pc:docMk/>
            <pc:sldMk cId="4220815724" sldId="262"/>
            <ac:spMk id="2" creationId="{8E249257-5E10-92FA-B697-A7A09B4D3002}"/>
          </ac:spMkLst>
        </pc:spChg>
        <pc:spChg chg="del">
          <ac:chgData name="이승재" userId="1d7995c1-5f7c-4e08-b977-e3b2be4af101" providerId="ADAL" clId="{BB4BB395-383E-4E1E-BCD6-C8BED1E784C0}" dt="2024-01-30T09:45:10.472" v="4717"/>
          <ac:spMkLst>
            <pc:docMk/>
            <pc:sldMk cId="4220815724" sldId="262"/>
            <ac:spMk id="3" creationId="{BF655550-6F53-0EFD-CDE5-4D322BCAC69B}"/>
          </ac:spMkLst>
        </pc:spChg>
        <pc:spChg chg="add del">
          <ac:chgData name="이승재" userId="1d7995c1-5f7c-4e08-b977-e3b2be4af101" providerId="ADAL" clId="{BB4BB395-383E-4E1E-BCD6-C8BED1E784C0}" dt="2024-01-30T09:45:19.920" v="4720" actId="26606"/>
          <ac:spMkLst>
            <pc:docMk/>
            <pc:sldMk cId="4220815724" sldId="262"/>
            <ac:spMk id="9" creationId="{B637C431-52FB-56BE-A748-051D1C38D0AA}"/>
          </ac:spMkLst>
        </pc:spChg>
        <pc:spChg chg="add del">
          <ac:chgData name="이승재" userId="1d7995c1-5f7c-4e08-b977-e3b2be4af101" providerId="ADAL" clId="{BB4BB395-383E-4E1E-BCD6-C8BED1E784C0}" dt="2024-01-30T09:45:19.920" v="4720" actId="26606"/>
          <ac:spMkLst>
            <pc:docMk/>
            <pc:sldMk cId="4220815724" sldId="262"/>
            <ac:spMk id="12" creationId="{117AB3D3-3C9C-4DED-809A-78734805B895}"/>
          </ac:spMkLst>
        </pc:spChg>
        <pc:spChg chg="add del">
          <ac:chgData name="이승재" userId="1d7995c1-5f7c-4e08-b977-e3b2be4af101" providerId="ADAL" clId="{BB4BB395-383E-4E1E-BCD6-C8BED1E784C0}" dt="2024-01-30T09:45:19.920" v="4720" actId="26606"/>
          <ac:spMkLst>
            <pc:docMk/>
            <pc:sldMk cId="4220815724" sldId="262"/>
            <ac:spMk id="14" creationId="{3A9A4357-BD1D-4622-A4FE-766E6AB8DE84}"/>
          </ac:spMkLst>
        </pc:spChg>
        <pc:spChg chg="add del">
          <ac:chgData name="이승재" userId="1d7995c1-5f7c-4e08-b977-e3b2be4af101" providerId="ADAL" clId="{BB4BB395-383E-4E1E-BCD6-C8BED1E784C0}" dt="2024-01-30T09:45:19.920" v="4720" actId="26606"/>
          <ac:spMkLst>
            <pc:docMk/>
            <pc:sldMk cId="4220815724" sldId="262"/>
            <ac:spMk id="16" creationId="{E659831F-0D9A-4C63-9EBB-8435B85A440F}"/>
          </ac:spMkLst>
        </pc:spChg>
        <pc:spChg chg="add del">
          <ac:chgData name="이승재" userId="1d7995c1-5f7c-4e08-b977-e3b2be4af101" providerId="ADAL" clId="{BB4BB395-383E-4E1E-BCD6-C8BED1E784C0}" dt="2024-01-30T09:45:19.920" v="4720" actId="26606"/>
          <ac:spMkLst>
            <pc:docMk/>
            <pc:sldMk cId="4220815724" sldId="262"/>
            <ac:spMk id="18" creationId="{E6995CE5-F890-4ABA-82A2-26507CE8D2A3}"/>
          </ac:spMkLst>
        </pc:spChg>
        <pc:spChg chg="add del">
          <ac:chgData name="이승재" userId="1d7995c1-5f7c-4e08-b977-e3b2be4af101" providerId="ADAL" clId="{BB4BB395-383E-4E1E-BCD6-C8BED1E784C0}" dt="2024-01-30T09:45:25.424" v="4722" actId="26606"/>
          <ac:spMkLst>
            <pc:docMk/>
            <pc:sldMk cId="4220815724" sldId="262"/>
            <ac:spMk id="20" creationId="{058A14AF-9FB5-4CC7-BA35-E8E85D3EDF0E}"/>
          </ac:spMkLst>
        </pc:spChg>
        <pc:spChg chg="add del">
          <ac:chgData name="이승재" userId="1d7995c1-5f7c-4e08-b977-e3b2be4af101" providerId="ADAL" clId="{BB4BB395-383E-4E1E-BCD6-C8BED1E784C0}" dt="2024-01-30T09:45:25.424" v="4722" actId="26606"/>
          <ac:spMkLst>
            <pc:docMk/>
            <pc:sldMk cId="4220815724" sldId="262"/>
            <ac:spMk id="21" creationId="{3A9A4357-BD1D-4622-A4FE-766E6AB8DE84}"/>
          </ac:spMkLst>
        </pc:spChg>
        <pc:spChg chg="add del">
          <ac:chgData name="이승재" userId="1d7995c1-5f7c-4e08-b977-e3b2be4af101" providerId="ADAL" clId="{BB4BB395-383E-4E1E-BCD6-C8BED1E784C0}" dt="2024-01-30T09:45:25.424" v="4722" actId="26606"/>
          <ac:spMkLst>
            <pc:docMk/>
            <pc:sldMk cId="4220815724" sldId="262"/>
            <ac:spMk id="22" creationId="{E659831F-0D9A-4C63-9EBB-8435B85A440F}"/>
          </ac:spMkLst>
        </pc:spChg>
        <pc:spChg chg="add del">
          <ac:chgData name="이승재" userId="1d7995c1-5f7c-4e08-b977-e3b2be4af101" providerId="ADAL" clId="{BB4BB395-383E-4E1E-BCD6-C8BED1E784C0}" dt="2024-01-30T09:45:25.424" v="4722" actId="26606"/>
          <ac:spMkLst>
            <pc:docMk/>
            <pc:sldMk cId="4220815724" sldId="262"/>
            <ac:spMk id="23" creationId="{94BCF3F4-9EF8-51A1-230B-684789D5EE1A}"/>
          </ac:spMkLst>
        </pc:spChg>
        <pc:spChg chg="add del">
          <ac:chgData name="이승재" userId="1d7995c1-5f7c-4e08-b977-e3b2be4af101" providerId="ADAL" clId="{BB4BB395-383E-4E1E-BCD6-C8BED1E784C0}" dt="2024-01-30T09:45:25.424" v="4722" actId="26606"/>
          <ac:spMkLst>
            <pc:docMk/>
            <pc:sldMk cId="4220815724" sldId="262"/>
            <ac:spMk id="24" creationId="{E6995CE5-F890-4ABA-82A2-26507CE8D2A3}"/>
          </ac:spMkLst>
        </pc:spChg>
        <pc:spChg chg="add">
          <ac:chgData name="이승재" userId="1d7995c1-5f7c-4e08-b977-e3b2be4af101" providerId="ADAL" clId="{BB4BB395-383E-4E1E-BCD6-C8BED1E784C0}" dt="2024-01-30T09:45:25.433" v="4723" actId="26606"/>
          <ac:spMkLst>
            <pc:docMk/>
            <pc:sldMk cId="4220815724" sldId="262"/>
            <ac:spMk id="26" creationId="{0E3596DD-156A-473E-9BB3-C6A29F7574E9}"/>
          </ac:spMkLst>
        </pc:spChg>
        <pc:spChg chg="add">
          <ac:chgData name="이승재" userId="1d7995c1-5f7c-4e08-b977-e3b2be4af101" providerId="ADAL" clId="{BB4BB395-383E-4E1E-BCD6-C8BED1E784C0}" dt="2024-01-30T09:45:25.433" v="4723" actId="26606"/>
          <ac:spMkLst>
            <pc:docMk/>
            <pc:sldMk cId="4220815724" sldId="262"/>
            <ac:spMk id="27" creationId="{2C46C4D6-C474-4E92-B52E-944C1118F7B6}"/>
          </ac:spMkLst>
        </pc:spChg>
        <pc:spChg chg="add mod">
          <ac:chgData name="이승재" userId="1d7995c1-5f7c-4e08-b977-e3b2be4af101" providerId="ADAL" clId="{BB4BB395-383E-4E1E-BCD6-C8BED1E784C0}" dt="2024-01-30T09:47:41.017" v="5341" actId="20577"/>
          <ac:spMkLst>
            <pc:docMk/>
            <pc:sldMk cId="4220815724" sldId="262"/>
            <ac:spMk id="28" creationId="{9E152A66-AB91-97C2-A59A-5D140E38E5AD}"/>
          </ac:spMkLst>
        </pc:spChg>
        <pc:picChg chg="add mod">
          <ac:chgData name="이승재" userId="1d7995c1-5f7c-4e08-b977-e3b2be4af101" providerId="ADAL" clId="{BB4BB395-383E-4E1E-BCD6-C8BED1E784C0}" dt="2024-01-30T09:45:39.432" v="4725" actId="1076"/>
          <ac:picMkLst>
            <pc:docMk/>
            <pc:sldMk cId="4220815724" sldId="262"/>
            <ac:picMk id="5" creationId="{F8A42AC5-B0C2-5837-1281-19F6684EAF56}"/>
          </ac:picMkLst>
        </pc:picChg>
        <pc:cxnChg chg="add">
          <ac:chgData name="이승재" userId="1d7995c1-5f7c-4e08-b977-e3b2be4af101" providerId="ADAL" clId="{BB4BB395-383E-4E1E-BCD6-C8BED1E784C0}" dt="2024-01-30T09:47:52.871" v="5342" actId="11529"/>
          <ac:cxnSpMkLst>
            <pc:docMk/>
            <pc:sldMk cId="4220815724" sldId="262"/>
            <ac:cxnSpMk id="10" creationId="{DFBC6589-1E51-9A0D-0F7E-8F5106523BC8}"/>
          </ac:cxnSpMkLst>
        </pc:cxnChg>
        <pc:cxnChg chg="add">
          <ac:chgData name="이승재" userId="1d7995c1-5f7c-4e08-b977-e3b2be4af101" providerId="ADAL" clId="{BB4BB395-383E-4E1E-BCD6-C8BED1E784C0}" dt="2024-01-30T09:48:03.782" v="5343" actId="11529"/>
          <ac:cxnSpMkLst>
            <pc:docMk/>
            <pc:sldMk cId="4220815724" sldId="262"/>
            <ac:cxnSpMk id="13" creationId="{97DF6341-CB42-7FD8-5427-50CDFBE14FA7}"/>
          </ac:cxnSpMkLst>
        </pc:cxnChg>
        <pc:cxnChg chg="add">
          <ac:chgData name="이승재" userId="1d7995c1-5f7c-4e08-b977-e3b2be4af101" providerId="ADAL" clId="{BB4BB395-383E-4E1E-BCD6-C8BED1E784C0}" dt="2024-01-30T09:48:13.552" v="5344" actId="11529"/>
          <ac:cxnSpMkLst>
            <pc:docMk/>
            <pc:sldMk cId="4220815724" sldId="262"/>
            <ac:cxnSpMk id="17" creationId="{60664E1D-F651-5696-5481-75A6B6573E25}"/>
          </ac:cxnSpMkLst>
        </pc:cxnChg>
        <pc:cxnChg chg="add">
          <ac:chgData name="이승재" userId="1d7995c1-5f7c-4e08-b977-e3b2be4af101" providerId="ADAL" clId="{BB4BB395-383E-4E1E-BCD6-C8BED1E784C0}" dt="2024-01-30T09:48:23.170" v="5345" actId="11529"/>
          <ac:cxnSpMkLst>
            <pc:docMk/>
            <pc:sldMk cId="4220815724" sldId="262"/>
            <ac:cxnSpMk id="25" creationId="{0B952D9A-25F1-286E-CCF5-73B83F771F6F}"/>
          </ac:cxnSpMkLst>
        </pc:cxnChg>
        <pc:cxnChg chg="add">
          <ac:chgData name="이승재" userId="1d7995c1-5f7c-4e08-b977-e3b2be4af101" providerId="ADAL" clId="{BB4BB395-383E-4E1E-BCD6-C8BED1E784C0}" dt="2024-01-30T09:48:41.451" v="5346" actId="11529"/>
          <ac:cxnSpMkLst>
            <pc:docMk/>
            <pc:sldMk cId="4220815724" sldId="262"/>
            <ac:cxnSpMk id="30" creationId="{5A3CEAFB-5AE4-B6C6-C2F9-47F30208EE00}"/>
          </ac:cxnSpMkLst>
        </pc:cxnChg>
        <pc:cxnChg chg="add">
          <ac:chgData name="이승재" userId="1d7995c1-5f7c-4e08-b977-e3b2be4af101" providerId="ADAL" clId="{BB4BB395-383E-4E1E-BCD6-C8BED1E784C0}" dt="2024-01-30T09:48:49.601" v="5347" actId="11529"/>
          <ac:cxnSpMkLst>
            <pc:docMk/>
            <pc:sldMk cId="4220815724" sldId="262"/>
            <ac:cxnSpMk id="32" creationId="{5CD35728-7930-CF54-ABB9-7D4C8626C0C0}"/>
          </ac:cxnSpMkLst>
        </pc:cxnChg>
      </pc:sldChg>
      <pc:sldChg chg="addSp delSp modSp new mod setBg">
        <pc:chgData name="이승재" userId="1d7995c1-5f7c-4e08-b977-e3b2be4af101" providerId="ADAL" clId="{BB4BB395-383E-4E1E-BCD6-C8BED1E784C0}" dt="2024-01-30T09:55:59.242" v="6602" actId="11529"/>
        <pc:sldMkLst>
          <pc:docMk/>
          <pc:sldMk cId="4118374534" sldId="263"/>
        </pc:sldMkLst>
        <pc:spChg chg="mod">
          <ac:chgData name="이승재" userId="1d7995c1-5f7c-4e08-b977-e3b2be4af101" providerId="ADAL" clId="{BB4BB395-383E-4E1E-BCD6-C8BED1E784C0}" dt="2024-01-30T09:54:51.112" v="6596" actId="26606"/>
          <ac:spMkLst>
            <pc:docMk/>
            <pc:sldMk cId="4118374534" sldId="263"/>
            <ac:spMk id="2" creationId="{F3CC7322-FEA9-2AD5-13B6-91AD267C6893}"/>
          </ac:spMkLst>
        </pc:spChg>
        <pc:spChg chg="del">
          <ac:chgData name="이승재" userId="1d7995c1-5f7c-4e08-b977-e3b2be4af101" providerId="ADAL" clId="{BB4BB395-383E-4E1E-BCD6-C8BED1E784C0}" dt="2024-01-30T09:49:27.869" v="5349"/>
          <ac:spMkLst>
            <pc:docMk/>
            <pc:sldMk cId="4118374534" sldId="263"/>
            <ac:spMk id="3" creationId="{F3FC4414-C889-4903-F555-C4512E3AFBC6}"/>
          </ac:spMkLst>
        </pc:spChg>
        <pc:spChg chg="add mod">
          <ac:chgData name="이승재" userId="1d7995c1-5f7c-4e08-b977-e3b2be4af101" providerId="ADAL" clId="{BB4BB395-383E-4E1E-BCD6-C8BED1E784C0}" dt="2024-01-30T09:54:51.112" v="6596" actId="26606"/>
          <ac:spMkLst>
            <pc:docMk/>
            <pc:sldMk cId="4118374534" sldId="263"/>
            <ac:spMk id="9" creationId="{A2D7DAEC-9113-6EF4-AE80-CDA844E632EC}"/>
          </ac:spMkLst>
        </pc:spChg>
        <pc:spChg chg="add del">
          <ac:chgData name="이승재" userId="1d7995c1-5f7c-4e08-b977-e3b2be4af101" providerId="ADAL" clId="{BB4BB395-383E-4E1E-BCD6-C8BED1E784C0}" dt="2024-01-30T09:54:51.112" v="6596" actId="26606"/>
          <ac:spMkLst>
            <pc:docMk/>
            <pc:sldMk cId="4118374534" sldId="263"/>
            <ac:spMk id="12" creationId="{201CC55D-ED54-4C5C-95E6-10947BD1103B}"/>
          </ac:spMkLst>
        </pc:spChg>
        <pc:spChg chg="add del">
          <ac:chgData name="이승재" userId="1d7995c1-5f7c-4e08-b977-e3b2be4af101" providerId="ADAL" clId="{BB4BB395-383E-4E1E-BCD6-C8BED1E784C0}" dt="2024-01-30T09:54:51.112" v="6596" actId="26606"/>
          <ac:spMkLst>
            <pc:docMk/>
            <pc:sldMk cId="4118374534" sldId="263"/>
            <ac:spMk id="18" creationId="{3873B707-463F-40B0-8227-E8CC6C67EB25}"/>
          </ac:spMkLst>
        </pc:spChg>
        <pc:spChg chg="add del">
          <ac:chgData name="이승재" userId="1d7995c1-5f7c-4e08-b977-e3b2be4af101" providerId="ADAL" clId="{BB4BB395-383E-4E1E-BCD6-C8BED1E784C0}" dt="2024-01-30T09:54:51.112" v="6596" actId="26606"/>
          <ac:spMkLst>
            <pc:docMk/>
            <pc:sldMk cId="4118374534" sldId="263"/>
            <ac:spMk id="20" creationId="{C13237C8-E62C-4F0D-A318-BD6FB6C2D138}"/>
          </ac:spMkLst>
        </pc:spChg>
        <pc:spChg chg="add del">
          <ac:chgData name="이승재" userId="1d7995c1-5f7c-4e08-b977-e3b2be4af101" providerId="ADAL" clId="{BB4BB395-383E-4E1E-BCD6-C8BED1E784C0}" dt="2024-01-30T09:54:51.112" v="6596" actId="26606"/>
          <ac:spMkLst>
            <pc:docMk/>
            <pc:sldMk cId="4118374534" sldId="263"/>
            <ac:spMk id="22" creationId="{19C9EAEA-39D0-4B0E-A0EB-51E7B26740B1}"/>
          </ac:spMkLst>
        </pc:spChg>
        <pc:spChg chg="add del">
          <ac:chgData name="이승재" userId="1d7995c1-5f7c-4e08-b977-e3b2be4af101" providerId="ADAL" clId="{BB4BB395-383E-4E1E-BCD6-C8BED1E784C0}" dt="2024-01-30T09:54:51.103" v="6595" actId="26606"/>
          <ac:spMkLst>
            <pc:docMk/>
            <pc:sldMk cId="4118374534" sldId="263"/>
            <ac:spMk id="27" creationId="{131BAD53-4E89-4F62-BBB7-26359763ED39}"/>
          </ac:spMkLst>
        </pc:spChg>
        <pc:spChg chg="add del">
          <ac:chgData name="이승재" userId="1d7995c1-5f7c-4e08-b977-e3b2be4af101" providerId="ADAL" clId="{BB4BB395-383E-4E1E-BCD6-C8BED1E784C0}" dt="2024-01-30T09:54:51.103" v="6595" actId="26606"/>
          <ac:spMkLst>
            <pc:docMk/>
            <pc:sldMk cId="4118374534" sldId="263"/>
            <ac:spMk id="29" creationId="{62756DA2-40EB-4C6F-B962-5822FFB54FB6}"/>
          </ac:spMkLst>
        </pc:spChg>
        <pc:spChg chg="add">
          <ac:chgData name="이승재" userId="1d7995c1-5f7c-4e08-b977-e3b2be4af101" providerId="ADAL" clId="{BB4BB395-383E-4E1E-BCD6-C8BED1E784C0}" dt="2024-01-30T09:54:51.112" v="6596" actId="26606"/>
          <ac:spMkLst>
            <pc:docMk/>
            <pc:sldMk cId="4118374534" sldId="263"/>
            <ac:spMk id="31" creationId="{743AA782-23D1-4521-8CAD-47662984AA08}"/>
          </ac:spMkLst>
        </pc:spChg>
        <pc:spChg chg="add">
          <ac:chgData name="이승재" userId="1d7995c1-5f7c-4e08-b977-e3b2be4af101" providerId="ADAL" clId="{BB4BB395-383E-4E1E-BCD6-C8BED1E784C0}" dt="2024-01-30T09:54:51.112" v="6596" actId="26606"/>
          <ac:spMkLst>
            <pc:docMk/>
            <pc:sldMk cId="4118374534" sldId="263"/>
            <ac:spMk id="32" creationId="{71877DBC-BB60-40F0-AC93-2ACDBAAE60CE}"/>
          </ac:spMkLst>
        </pc:spChg>
        <pc:grpChg chg="add del">
          <ac:chgData name="이승재" userId="1d7995c1-5f7c-4e08-b977-e3b2be4af101" providerId="ADAL" clId="{BB4BB395-383E-4E1E-BCD6-C8BED1E784C0}" dt="2024-01-30T09:54:51.112" v="6596" actId="26606"/>
          <ac:grpSpMkLst>
            <pc:docMk/>
            <pc:sldMk cId="4118374534" sldId="263"/>
            <ac:grpSpMk id="14" creationId="{1DE889C7-FAD6-4397-98E2-05D503484459}"/>
          </ac:grpSpMkLst>
        </pc:grpChg>
        <pc:picChg chg="add mod">
          <ac:chgData name="이승재" userId="1d7995c1-5f7c-4e08-b977-e3b2be4af101" providerId="ADAL" clId="{BB4BB395-383E-4E1E-BCD6-C8BED1E784C0}" dt="2024-01-30T09:54:51.112" v="6596" actId="26606"/>
          <ac:picMkLst>
            <pc:docMk/>
            <pc:sldMk cId="4118374534" sldId="263"/>
            <ac:picMk id="5" creationId="{DA1B3322-6183-76BA-B348-F44AC2EB903A}"/>
          </ac:picMkLst>
        </pc:picChg>
        <pc:cxnChg chg="add mod">
          <ac:chgData name="이승재" userId="1d7995c1-5f7c-4e08-b977-e3b2be4af101" providerId="ADAL" clId="{BB4BB395-383E-4E1E-BCD6-C8BED1E784C0}" dt="2024-01-30T09:55:06.809" v="6598" actId="14100"/>
          <ac:cxnSpMkLst>
            <pc:docMk/>
            <pc:sldMk cId="4118374534" sldId="263"/>
            <ac:cxnSpMk id="7" creationId="{41EF17A2-715C-7F1F-7BD7-AE117E9CC157}"/>
          </ac:cxnSpMkLst>
        </pc:cxnChg>
        <pc:cxnChg chg="add">
          <ac:chgData name="이승재" userId="1d7995c1-5f7c-4e08-b977-e3b2be4af101" providerId="ADAL" clId="{BB4BB395-383E-4E1E-BCD6-C8BED1E784C0}" dt="2024-01-30T09:55:15.783" v="6599" actId="11529"/>
          <ac:cxnSpMkLst>
            <pc:docMk/>
            <pc:sldMk cId="4118374534" sldId="263"/>
            <ac:cxnSpMk id="13" creationId="{708034E2-404D-4681-F684-0ED7C89D3EB9}"/>
          </ac:cxnSpMkLst>
        </pc:cxnChg>
        <pc:cxnChg chg="add">
          <ac:chgData name="이승재" userId="1d7995c1-5f7c-4e08-b977-e3b2be4af101" providerId="ADAL" clId="{BB4BB395-383E-4E1E-BCD6-C8BED1E784C0}" dt="2024-01-30T09:55:27.286" v="6600" actId="11529"/>
          <ac:cxnSpMkLst>
            <pc:docMk/>
            <pc:sldMk cId="4118374534" sldId="263"/>
            <ac:cxnSpMk id="19" creationId="{FB452B18-4A1C-222F-27ED-5D7CBE8F7090}"/>
          </ac:cxnSpMkLst>
        </pc:cxnChg>
        <pc:cxnChg chg="add">
          <ac:chgData name="이승재" userId="1d7995c1-5f7c-4e08-b977-e3b2be4af101" providerId="ADAL" clId="{BB4BB395-383E-4E1E-BCD6-C8BED1E784C0}" dt="2024-01-30T09:55:49.390" v="6601" actId="11529"/>
          <ac:cxnSpMkLst>
            <pc:docMk/>
            <pc:sldMk cId="4118374534" sldId="263"/>
            <ac:cxnSpMk id="23" creationId="{1385E513-3DF9-22C9-B840-19AAF4DCD79F}"/>
          </ac:cxnSpMkLst>
        </pc:cxnChg>
        <pc:cxnChg chg="add">
          <ac:chgData name="이승재" userId="1d7995c1-5f7c-4e08-b977-e3b2be4af101" providerId="ADAL" clId="{BB4BB395-383E-4E1E-BCD6-C8BED1E784C0}" dt="2024-01-30T09:55:59.242" v="6602" actId="11529"/>
          <ac:cxnSpMkLst>
            <pc:docMk/>
            <pc:sldMk cId="4118374534" sldId="263"/>
            <ac:cxnSpMk id="25" creationId="{B3B27219-7D95-4737-BC06-D52AC7EE03C2}"/>
          </ac:cxnSpMkLst>
        </pc:cxnChg>
      </pc:sldChg>
      <pc:sldChg chg="delSp modSp new mod">
        <pc:chgData name="이승재" userId="1d7995c1-5f7c-4e08-b977-e3b2be4af101" providerId="ADAL" clId="{BB4BB395-383E-4E1E-BCD6-C8BED1E784C0}" dt="2024-01-30T09:56:13.193" v="6607" actId="20577"/>
        <pc:sldMkLst>
          <pc:docMk/>
          <pc:sldMk cId="3259107296" sldId="264"/>
        </pc:sldMkLst>
        <pc:spChg chg="mod">
          <ac:chgData name="이승재" userId="1d7995c1-5f7c-4e08-b977-e3b2be4af101" providerId="ADAL" clId="{BB4BB395-383E-4E1E-BCD6-C8BED1E784C0}" dt="2024-01-30T09:56:13.193" v="6607" actId="20577"/>
          <ac:spMkLst>
            <pc:docMk/>
            <pc:sldMk cId="3259107296" sldId="264"/>
            <ac:spMk id="2" creationId="{4D851F25-F2D9-CD63-869F-BEB43F793860}"/>
          </ac:spMkLst>
        </pc:spChg>
        <pc:spChg chg="del">
          <ac:chgData name="이승재" userId="1d7995c1-5f7c-4e08-b977-e3b2be4af101" providerId="ADAL" clId="{BB4BB395-383E-4E1E-BCD6-C8BED1E784C0}" dt="2024-01-30T09:56:10.864" v="6604" actId="478"/>
          <ac:spMkLst>
            <pc:docMk/>
            <pc:sldMk cId="3259107296" sldId="264"/>
            <ac:spMk id="3" creationId="{7C4C7F82-2316-EABB-3A3C-B1FE8860823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91FB5-5231-A9FD-5895-CD3692D4C7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F90C23-3751-9BBA-905B-882C3BD954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D8930C-6C73-F10D-0996-A9262F223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169D-8E29-47D5-9C72-47AD28C6FCDE}" type="datetimeFigureOut">
              <a:rPr lang="ko-KR" altLang="en-US" smtClean="0"/>
              <a:t>2024-01-30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EA5F6B-9A54-55E7-A465-75D3AB4E8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BDB0E1-C9E6-2966-7AC9-F08E6A5EE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A5ACE-2C14-4BE4-BA4D-5D8AD3BA57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365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C01AB6-0AFD-C4BF-9BEB-AC1E705D0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6DA62E-A2C9-CE9B-4572-039A62331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52FD36-5FA9-C490-B534-855691ECE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169D-8E29-47D5-9C72-47AD28C6FCDE}" type="datetimeFigureOut">
              <a:rPr lang="ko-KR" altLang="en-US" smtClean="0"/>
              <a:t>2024-01-30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ABEC3D-ED84-293A-FD57-D8A2435C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6EA89D-44DA-2A73-BF8C-2038658D2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A5ACE-2C14-4BE4-BA4D-5D8AD3BA57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599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AC81E3-FF81-F92A-C50C-88954AAF9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AE9DD6-5B34-1C80-D9C5-FF495F58B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6C9097-24EF-7B4A-9421-01AD897CF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169D-8E29-47D5-9C72-47AD28C6FCDE}" type="datetimeFigureOut">
              <a:rPr lang="ko-KR" altLang="en-US" smtClean="0"/>
              <a:t>2024-01-30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2F7FEB-6B7C-CFB0-6F7B-4AC9935D4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A96110-D182-83A2-FEA0-509CC962B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A5ACE-2C14-4BE4-BA4D-5D8AD3BA57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32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C1448B-A83E-1FC9-D723-B7F24AC5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1293D-9B4A-02D6-5869-8A341D5E6D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D15209-7822-F6DE-1DF0-BF6620D5F0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7BC8FE-3568-F871-2459-9C5FAC1AA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169D-8E29-47D5-9C72-47AD28C6FCDE}" type="datetimeFigureOut">
              <a:rPr lang="ko-KR" altLang="en-US" smtClean="0"/>
              <a:t>2024-01-30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832B21-90B5-A2BC-8A93-55B56331D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3C67A3-FDBD-B827-C48F-3F3102EF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A5ACE-2C14-4BE4-BA4D-5D8AD3BA57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295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98C8A7-9BA9-3C18-3DD5-F7EFDE3E4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D03F0A-FBCF-6FFB-1EF8-1585D3ABC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B0A460-E0DC-6542-4E7A-5583C8009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31E578-F156-8380-4F38-EB80899A9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96DD99-D4B5-9796-5F7B-74CDBE614B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82C715F-1FBD-CF54-A7CA-3D7D380B9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169D-8E29-47D5-9C72-47AD28C6FCDE}" type="datetimeFigureOut">
              <a:rPr lang="ko-KR" altLang="en-US" smtClean="0"/>
              <a:t>2024-01-30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E1D8DF-6D02-B5C2-7220-5A8B0ACE9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AC182EA-A6BB-7621-F165-AD627CA8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A5ACE-2C14-4BE4-BA4D-5D8AD3BA57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2052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02F67-2412-FADA-62CB-3F63C49BF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29AE855-D3B5-F135-A5FF-4AACFF9B5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169D-8E29-47D5-9C72-47AD28C6FCDE}" type="datetimeFigureOut">
              <a:rPr lang="ko-KR" altLang="en-US" smtClean="0"/>
              <a:t>2024-01-30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A6053A0-3732-55CA-FA8E-0CF1CF927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710770-EF7B-E436-E8C2-F800D794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A5ACE-2C14-4BE4-BA4D-5D8AD3BA57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207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F8748BD-0DC8-19A8-56D4-E4B413CF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169D-8E29-47D5-9C72-47AD28C6FCDE}" type="datetimeFigureOut">
              <a:rPr lang="ko-KR" altLang="en-US" smtClean="0"/>
              <a:t>2024-01-30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87D1FBE-79E8-BA0D-9417-3E0E8F29F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E4813A-6280-CF95-4CC9-9E646A4EC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A5ACE-2C14-4BE4-BA4D-5D8AD3BA57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0318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8EA7DE-BA25-583B-2AE2-1957A71AF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17FCC5-9A57-9949-DB2C-DA1879375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83F7330-E68A-D837-6111-B004C9C809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74303F1-C21E-A978-3018-4EBF881D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169D-8E29-47D5-9C72-47AD28C6FCDE}" type="datetimeFigureOut">
              <a:rPr lang="ko-KR" altLang="en-US" smtClean="0"/>
              <a:t>2024-01-30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F5E522-7052-8DCA-2939-50321613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A6396D-A734-460E-7C11-4103D4EE2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A5ACE-2C14-4BE4-BA4D-5D8AD3BA57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883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6D64D2-3CA3-7951-DA2C-6207B82EA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128E8ED-B568-E5F4-1C4E-8000CF489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821330-738D-1784-BF01-F93CA07ABD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42AAE-BF82-2EA0-3650-9995A5BF6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169D-8E29-47D5-9C72-47AD28C6FCDE}" type="datetimeFigureOut">
              <a:rPr lang="ko-KR" altLang="en-US" smtClean="0"/>
              <a:t>2024-01-30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1BADB6-749F-1E78-720D-76E0B3357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DE83F6-4C01-F9BF-53AA-374C1E3F7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A5ACE-2C14-4BE4-BA4D-5D8AD3BA57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9211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D639BE-9CCB-7F94-0F56-BAA18410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05AF932-38C3-43DA-AEC6-D3D2E656C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76E72A-2739-0A83-1FED-B189AD484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169D-8E29-47D5-9C72-47AD28C6FCDE}" type="datetimeFigureOut">
              <a:rPr lang="ko-KR" altLang="en-US" smtClean="0"/>
              <a:t>2024-01-30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AC6F56-A045-8BC9-9891-0FC3B76BC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63E998-E49E-3152-949E-E26253DEE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A5ACE-2C14-4BE4-BA4D-5D8AD3BA57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823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AA55D91-0F3F-1F8B-6594-E0314A6D2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16472F-E46F-DD0A-C633-179FB5172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6BC4F2-6AF9-12F4-69DE-4A1F7B7CE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169D-8E29-47D5-9C72-47AD28C6FCDE}" type="datetimeFigureOut">
              <a:rPr lang="ko-KR" altLang="en-US" smtClean="0"/>
              <a:t>2024-01-30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618CB7-7704-0D09-33D2-315395537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40F06A7-AA52-424E-9B66-9CAA1E70F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A5ACE-2C14-4BE4-BA4D-5D8AD3BA57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811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2D97924-E36A-8B3D-56BC-D8ECF3FC5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D566F8-2756-7D26-CCA1-C0449D884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71048A-6894-0B2C-1500-7CCE6536E2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8169D-8E29-47D5-9C72-47AD28C6FCDE}" type="datetimeFigureOut">
              <a:rPr lang="ko-KR" altLang="en-US" smtClean="0"/>
              <a:t>2024-01-30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B7313F-EF4E-D97F-E61B-5A0B2ACD0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EB267D-2581-E645-0A8B-90D13A656B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A5ACE-2C14-4BE4-BA4D-5D8AD3BA57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0473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798ACE-60F7-9662-AAC4-7C2327C744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국가행정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499EE0-655A-E793-7053-FD4F249683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heap,</a:t>
            </a:r>
          </a:p>
          <a:p>
            <a:r>
              <a:rPr lang="en-US" altLang="ko-KR" dirty="0"/>
              <a:t>segment tree,</a:t>
            </a:r>
          </a:p>
          <a:p>
            <a:r>
              <a:rPr lang="en-US" altLang="ko-KR" dirty="0"/>
              <a:t>binary search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E9C9B3-88A6-40D7-52D5-D02A17D607FC}"/>
              </a:ext>
            </a:extLst>
          </p:cNvPr>
          <p:cNvSpPr txBox="1"/>
          <p:nvPr/>
        </p:nvSpPr>
        <p:spPr>
          <a:xfrm>
            <a:off x="9422780" y="6255834"/>
            <a:ext cx="2161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2024-02-08 </a:t>
            </a:r>
            <a:r>
              <a:rPr lang="ko-KR" altLang="en-US" dirty="0"/>
              <a:t>이승재</a:t>
            </a:r>
          </a:p>
        </p:txBody>
      </p:sp>
    </p:spTree>
    <p:extLst>
      <p:ext uri="{BB962C8B-B14F-4D97-AF65-F5344CB8AC3E}">
        <p14:creationId xmlns:p14="http://schemas.microsoft.com/office/powerpoint/2010/main" val="4284010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C174168-4520-63EE-9ADB-17C23666A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ko-KR" altLang="en-US" sz="5400" dirty="0"/>
              <a:t>문제 소개</a:t>
            </a:r>
          </a:p>
        </p:txBody>
      </p:sp>
      <p:sp>
        <p:nvSpPr>
          <p:cNvPr id="1035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A6A95FD-5EC9-53E8-C105-DB2FCEC20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ko-KR" altLang="en-US" sz="2200" dirty="0"/>
              <a:t>도로의 이동 시간</a:t>
            </a:r>
            <a:endParaRPr lang="en-US" altLang="ko-KR" sz="2200" dirty="0"/>
          </a:p>
          <a:p>
            <a:pPr lvl="1"/>
            <a:r>
              <a:rPr lang="en-US" altLang="ko-KR" sz="1800" dirty="0"/>
              <a:t>(</a:t>
            </a:r>
            <a:r>
              <a:rPr lang="ko-KR" altLang="en-US" sz="1800" dirty="0"/>
              <a:t>이웃한 두 도시의 인구의 합</a:t>
            </a:r>
            <a:r>
              <a:rPr lang="en-US" altLang="ko-KR" sz="1800" dirty="0"/>
              <a:t>) / (</a:t>
            </a:r>
            <a:r>
              <a:rPr lang="ko-KR" altLang="en-US" sz="1800" dirty="0"/>
              <a:t>도로의 차선 수</a:t>
            </a:r>
            <a:r>
              <a:rPr lang="en-US" altLang="ko-KR" sz="1800" dirty="0"/>
              <a:t>)</a:t>
            </a:r>
          </a:p>
          <a:p>
            <a:r>
              <a:rPr lang="en-US" altLang="ko-KR" sz="2200" dirty="0"/>
              <a:t>1. </a:t>
            </a:r>
            <a:r>
              <a:rPr lang="ko-KR" altLang="en-US" sz="2200" dirty="0"/>
              <a:t>이동 시간이 가장 긴 도로의 차선을 증가시킨다</a:t>
            </a:r>
            <a:r>
              <a:rPr lang="en-US" altLang="ko-KR" sz="2200" dirty="0"/>
              <a:t>.</a:t>
            </a:r>
          </a:p>
          <a:p>
            <a:r>
              <a:rPr lang="en-US" altLang="ko-KR" sz="2200" dirty="0"/>
              <a:t>2. </a:t>
            </a:r>
            <a:r>
              <a:rPr lang="ko-KR" altLang="en-US" sz="2200" dirty="0"/>
              <a:t>두 도시간 이동하는 데 걸리는 시간을 계산한다</a:t>
            </a:r>
            <a:r>
              <a:rPr lang="en-US" altLang="ko-KR" sz="2200" dirty="0"/>
              <a:t>.</a:t>
            </a:r>
          </a:p>
          <a:p>
            <a:r>
              <a:rPr lang="en-US" altLang="ko-KR" sz="2200" dirty="0"/>
              <a:t>3. </a:t>
            </a:r>
            <a:r>
              <a:rPr lang="ko-KR" altLang="en-US" sz="2200" dirty="0"/>
              <a:t>선거구를 결정한다</a:t>
            </a:r>
            <a:r>
              <a:rPr lang="en-US" altLang="ko-KR" sz="2200" dirty="0"/>
              <a:t>.</a:t>
            </a:r>
          </a:p>
          <a:p>
            <a:pPr lvl="1"/>
            <a:r>
              <a:rPr lang="en-US" altLang="ko-KR" sz="1800" dirty="0"/>
              <a:t>1. </a:t>
            </a:r>
            <a:r>
              <a:rPr lang="ko-KR" altLang="en-US" sz="1800" dirty="0"/>
              <a:t>하나의 도시는 여러 선거구에 분할되지 않는다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800" dirty="0"/>
              <a:t>2. </a:t>
            </a:r>
            <a:r>
              <a:rPr lang="ko-KR" altLang="en-US" sz="1800" dirty="0"/>
              <a:t>하나의 선거구에 포함되는 도시들은 서로 연속한다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800" dirty="0"/>
              <a:t>3. </a:t>
            </a:r>
            <a:r>
              <a:rPr lang="ko-KR" altLang="en-US" sz="1800" dirty="0"/>
              <a:t>가장 인구가 많은 선거구의 인구를 최소로 한다</a:t>
            </a:r>
            <a:r>
              <a:rPr lang="en-US" altLang="ko-KR" sz="1800" dirty="0"/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1675ED-AE16-2426-0B12-521AFCF10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3840" y="2414016"/>
            <a:ext cx="4014216" cy="1345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73131E2-37B7-FEFA-99AC-303174368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63840" y="4710201"/>
            <a:ext cx="3995928" cy="914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8228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9DF76D-3361-11E9-7CFE-97AA2EB93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소개 </a:t>
            </a:r>
            <a:r>
              <a:rPr lang="en-US" altLang="ko-KR" dirty="0"/>
              <a:t>– </a:t>
            </a:r>
            <a:r>
              <a:rPr lang="en-US" altLang="ko-KR" dirty="0" err="1"/>
              <a:t>init</a:t>
            </a:r>
            <a:r>
              <a:rPr lang="en-US" altLang="ko-KR" dirty="0"/>
              <a:t>, expand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026C54E3-5394-3A58-A472-2B875FFE15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6858754"/>
              </p:ext>
            </p:extLst>
          </p:nvPr>
        </p:nvGraphicFramePr>
        <p:xfrm>
          <a:off x="838200" y="1825625"/>
          <a:ext cx="10515600" cy="40109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9366527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91183258"/>
                    </a:ext>
                  </a:extLst>
                </a:gridCol>
              </a:tblGrid>
              <a:tr h="6276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void </a:t>
                      </a:r>
                      <a:r>
                        <a:rPr lang="en-US" altLang="ko-KR" dirty="0" err="1"/>
                        <a:t>init</a:t>
                      </a:r>
                      <a:r>
                        <a:rPr lang="en-US" altLang="ko-KR" dirty="0"/>
                        <a:t>(int n, int population[])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 expand(int m)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543831"/>
                  </a:ext>
                </a:extLst>
              </a:tr>
              <a:tr h="2410251"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각 </a:t>
                      </a:r>
                      <a:r>
                        <a:rPr lang="en-US" altLang="ko-KR" dirty="0"/>
                        <a:t>TC</a:t>
                      </a:r>
                      <a:r>
                        <a:rPr lang="ko-KR" altLang="en-US" dirty="0"/>
                        <a:t>처음에 호출된다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도시의 번호는 왼쪽부터 </a:t>
                      </a:r>
                      <a:r>
                        <a:rPr lang="en-US" altLang="ko-KR" dirty="0"/>
                        <a:t>0 ~ (n – 1)</a:t>
                      </a:r>
                      <a:r>
                        <a:rPr lang="ko-KR" altLang="en-US" dirty="0"/>
                        <a:t>이며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순서대로 도시의 인구가 주어진다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이웃한 도시는 모두 하나의 차선으로 연결되어 있다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dirty="0"/>
                        <a:t>parameter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dirty="0"/>
                        <a:t>5 ≤ n ≤ 10,000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dirty="0"/>
                        <a:t>1 ≤ </a:t>
                      </a:r>
                      <a:r>
                        <a:rPr lang="ko-KR" altLang="en-US" dirty="0"/>
                        <a:t>각 도시의 인구 수 ≤ </a:t>
                      </a:r>
                      <a:r>
                        <a:rPr lang="en-US" altLang="ko-KR" dirty="0"/>
                        <a:t>1,000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이동 시간이 가장 긴 도로를 한 차선 확장하기를 </a:t>
                      </a:r>
                      <a:r>
                        <a:rPr lang="en-US" altLang="ko-KR" dirty="0"/>
                        <a:t>m</a:t>
                      </a:r>
                      <a:r>
                        <a:rPr lang="ko-KR" altLang="en-US" dirty="0"/>
                        <a:t>번 반복한다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이동 시간이 같은 도로가 여럿일 경우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고유번호가 작은 도시를 잇는 도로가 우선이다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도로의 이동시간은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두 도시의 인구의 합</a:t>
                      </a:r>
                      <a:r>
                        <a:rPr lang="en-US" altLang="ko-KR" dirty="0"/>
                        <a:t>) / (</a:t>
                      </a:r>
                      <a:r>
                        <a:rPr lang="ko-KR" altLang="en-US" dirty="0"/>
                        <a:t>도로의 차선 수</a:t>
                      </a:r>
                      <a:r>
                        <a:rPr lang="en-US" altLang="ko-KR" dirty="0"/>
                        <a:t>) </a:t>
                      </a:r>
                      <a:r>
                        <a:rPr lang="ko-KR" altLang="en-US" dirty="0"/>
                        <a:t>이며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소수점은 버린다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각 </a:t>
                      </a:r>
                      <a:r>
                        <a:rPr lang="en-US" altLang="ko-KR" dirty="0"/>
                        <a:t>TC</a:t>
                      </a:r>
                      <a:r>
                        <a:rPr lang="ko-KR" altLang="en-US" dirty="0"/>
                        <a:t>마다 최대 </a:t>
                      </a:r>
                      <a:r>
                        <a:rPr lang="en-US" altLang="ko-KR" dirty="0"/>
                        <a:t>5,000</a:t>
                      </a:r>
                      <a:r>
                        <a:rPr lang="ko-KR" altLang="en-US" dirty="0"/>
                        <a:t>회 호출된다</a:t>
                      </a:r>
                      <a:r>
                        <a:rPr lang="en-US" altLang="ko-KR" dirty="0"/>
                        <a:t>.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차선 확장은 </a:t>
                      </a:r>
                      <a:r>
                        <a:rPr lang="en-US" altLang="ko-KR" dirty="0">
                          <a:sym typeface="Wingdings" panose="05000000000000000000" pitchFamily="2" charset="2"/>
                        </a:rPr>
                        <a:t>15,000</a:t>
                      </a:r>
                      <a:r>
                        <a:rPr lang="ko-KR" altLang="en-US" dirty="0">
                          <a:sym typeface="Wingdings" panose="05000000000000000000" pitchFamily="2" charset="2"/>
                        </a:rPr>
                        <a:t>회</a:t>
                      </a:r>
                      <a:endParaRPr lang="en-US" altLang="ko-KR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dirty="0"/>
                        <a:t>parameter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dirty="0"/>
                        <a:t>1 ≤ m ≤ 3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dirty="0"/>
                        <a:t>return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ko-KR" altLang="en-US" dirty="0"/>
                        <a:t>마지막으로 확장한 도로의 확장 후 이동 시간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04109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DA6BBF9-0478-F4E3-FA25-030CAA868C0C}"/>
              </a:ext>
            </a:extLst>
          </p:cNvPr>
          <p:cNvSpPr txBox="1"/>
          <p:nvPr/>
        </p:nvSpPr>
        <p:spPr>
          <a:xfrm>
            <a:off x="6096000" y="5971485"/>
            <a:ext cx="4533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가장 긴 도로를 찾아야 함 </a:t>
            </a: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ko-KR" altLang="en-US" dirty="0">
                <a:sym typeface="Wingdings" panose="05000000000000000000" pitchFamily="2" charset="2"/>
              </a:rPr>
              <a:t>우선순위 큐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3889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DB3897-6F2B-135E-BC3D-4824A3019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소개 </a:t>
            </a:r>
            <a:r>
              <a:rPr lang="en-US" altLang="ko-KR" dirty="0"/>
              <a:t>– calculate, divide</a:t>
            </a:r>
            <a:endParaRPr lang="ko-KR" altLang="en-US" dirty="0"/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6AA4D2AC-8ABB-B319-AA63-D0255E4E90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6152556"/>
              </p:ext>
            </p:extLst>
          </p:nvPr>
        </p:nvGraphicFramePr>
        <p:xfrm>
          <a:off x="838200" y="1825624"/>
          <a:ext cx="10515600" cy="301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43666488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244858070"/>
                    </a:ext>
                  </a:extLst>
                </a:gridCol>
              </a:tblGrid>
              <a:tr h="5806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 calculate(int from, int to)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int divide(int from, int to, int K)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752598"/>
                  </a:ext>
                </a:extLst>
              </a:tr>
              <a:tr h="2431967"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dirty="0"/>
                        <a:t>from</a:t>
                      </a:r>
                      <a:r>
                        <a:rPr lang="ko-KR" altLang="en-US" dirty="0"/>
                        <a:t>부터 </a:t>
                      </a:r>
                      <a:r>
                        <a:rPr lang="en-US" altLang="ko-KR" dirty="0"/>
                        <a:t>to</a:t>
                      </a:r>
                      <a:r>
                        <a:rPr lang="ko-KR" altLang="en-US" dirty="0"/>
                        <a:t>까지 이동하는 데 걸리는 시간을 반환한다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en-US" altLang="ko-KR" dirty="0"/>
                        <a:t>from</a:t>
                      </a:r>
                      <a:r>
                        <a:rPr lang="ko-KR" altLang="en-US" dirty="0"/>
                        <a:t>과 </a:t>
                      </a:r>
                      <a:r>
                        <a:rPr lang="en-US" altLang="ko-KR" dirty="0"/>
                        <a:t>to</a:t>
                      </a:r>
                      <a:r>
                        <a:rPr lang="ko-KR" altLang="en-US" dirty="0"/>
                        <a:t>는 서로 다르다</a:t>
                      </a:r>
                      <a:r>
                        <a:rPr lang="en-US" altLang="ko-KR" dirty="0"/>
                        <a:t>, from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&gt;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to</a:t>
                      </a:r>
                      <a:r>
                        <a:rPr lang="ko-KR" altLang="en-US" dirty="0"/>
                        <a:t> 인 경우 </a:t>
                      </a:r>
                      <a:r>
                        <a:rPr lang="en-US" altLang="ko-KR" dirty="0"/>
                        <a:t>swap </a:t>
                      </a:r>
                      <a:r>
                        <a:rPr lang="ko-KR" altLang="en-US" dirty="0"/>
                        <a:t>필요</a:t>
                      </a:r>
                      <a:endParaRPr lang="en-US" altLang="ko-KR" dirty="0"/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각 </a:t>
                      </a:r>
                      <a:r>
                        <a:rPr lang="en-US" altLang="ko-KR" dirty="0"/>
                        <a:t>TC</a:t>
                      </a:r>
                      <a:r>
                        <a:rPr lang="ko-KR" altLang="en-US" dirty="0"/>
                        <a:t>마다 최대 </a:t>
                      </a:r>
                      <a:r>
                        <a:rPr lang="en-US" altLang="ko-KR" dirty="0"/>
                        <a:t>2,500</a:t>
                      </a:r>
                      <a:r>
                        <a:rPr lang="ko-KR" altLang="en-US" dirty="0"/>
                        <a:t>회 호출된다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dirty="0"/>
                        <a:t>parameter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dirty="0"/>
                        <a:t>0 ≤ from, to &lt;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조건에 따라 </a:t>
                      </a:r>
                      <a:r>
                        <a:rPr lang="en-US" altLang="ko-KR" dirty="0"/>
                        <a:t>from</a:t>
                      </a:r>
                      <a:r>
                        <a:rPr lang="ko-KR" altLang="en-US" dirty="0"/>
                        <a:t>부터 </a:t>
                      </a:r>
                      <a:r>
                        <a:rPr lang="en-US" altLang="ko-KR" dirty="0"/>
                        <a:t>to </a:t>
                      </a:r>
                      <a:r>
                        <a:rPr lang="ko-KR" altLang="en-US" dirty="0"/>
                        <a:t>까지의 도시에 대해서 </a:t>
                      </a:r>
                      <a:r>
                        <a:rPr lang="en-US" altLang="ko-KR" dirty="0"/>
                        <a:t>K</a:t>
                      </a:r>
                      <a:r>
                        <a:rPr lang="ko-KR" altLang="en-US" dirty="0"/>
                        <a:t>개의 선거구를 결정한다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가장 인구 수가 많은 선거구의 인구 수를 반환한다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342900" indent="-342900" latinLnBrk="1">
                        <a:buAutoNum type="arabicPeriod"/>
                      </a:pPr>
                      <a:r>
                        <a:rPr lang="ko-KR" altLang="en-US" dirty="0"/>
                        <a:t>각 </a:t>
                      </a:r>
                      <a:r>
                        <a:rPr lang="en-US" altLang="ko-KR" dirty="0"/>
                        <a:t>TC</a:t>
                      </a:r>
                      <a:r>
                        <a:rPr lang="ko-KR" altLang="en-US" dirty="0"/>
                        <a:t>마다 최대 </a:t>
                      </a:r>
                      <a:r>
                        <a:rPr lang="en-US" altLang="ko-KR" dirty="0"/>
                        <a:t>300</a:t>
                      </a:r>
                      <a:r>
                        <a:rPr lang="ko-KR" altLang="en-US" dirty="0"/>
                        <a:t>회 호출된다</a:t>
                      </a:r>
                      <a:r>
                        <a:rPr lang="en-US" altLang="ko-KR" dirty="0"/>
                        <a:t>.</a:t>
                      </a:r>
                    </a:p>
                    <a:p>
                      <a:pPr marL="0" indent="0" latinLnBrk="1">
                        <a:buNone/>
                      </a:pPr>
                      <a:r>
                        <a:rPr lang="en-US" altLang="ko-KR" dirty="0"/>
                        <a:t>parameter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0 ≤ from &lt; to &lt; N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2 ≤ K ≤ to – from + 1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85408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89F541B-9803-2B53-B734-7648934463E6}"/>
              </a:ext>
            </a:extLst>
          </p:cNvPr>
          <p:cNvSpPr txBox="1"/>
          <p:nvPr/>
        </p:nvSpPr>
        <p:spPr>
          <a:xfrm>
            <a:off x="1026695" y="5325979"/>
            <a:ext cx="47323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expand</a:t>
            </a:r>
            <a:r>
              <a:rPr lang="ko-KR" altLang="en-US" dirty="0"/>
              <a:t>함수에서 간선 이동시간이 계속 갱신</a:t>
            </a:r>
            <a:endParaRPr lang="en-US" altLang="ko-KR" dirty="0"/>
          </a:p>
          <a:p>
            <a:r>
              <a:rPr lang="en-US" altLang="ko-KR" dirty="0">
                <a:sym typeface="Wingdings" panose="05000000000000000000" pitchFamily="2" charset="2"/>
              </a:rPr>
              <a:t>calculate</a:t>
            </a:r>
            <a:r>
              <a:rPr lang="ko-KR" altLang="en-US" dirty="0">
                <a:sym typeface="Wingdings" panose="05000000000000000000" pitchFamily="2" charset="2"/>
              </a:rPr>
              <a:t>에서 구간 합 쿼리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	 segment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tree</a:t>
            </a:r>
            <a:r>
              <a:rPr lang="ko-KR" altLang="en-US" dirty="0">
                <a:sym typeface="Wingdings" panose="05000000000000000000" pitchFamily="2" charset="2"/>
              </a:rPr>
              <a:t> 필요</a:t>
            </a:r>
            <a:r>
              <a:rPr lang="en-US" altLang="ko-KR" dirty="0">
                <a:sym typeface="Wingdings" panose="05000000000000000000" pitchFamily="2" charset="2"/>
              </a:rPr>
              <a:t>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50BC3A-5239-2FDD-B380-6B4263FF45AA}"/>
              </a:ext>
            </a:extLst>
          </p:cNvPr>
          <p:cNvSpPr txBox="1"/>
          <p:nvPr/>
        </p:nvSpPr>
        <p:spPr>
          <a:xfrm>
            <a:off x="6096000" y="5325979"/>
            <a:ext cx="4068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인원수는 </a:t>
            </a:r>
            <a:r>
              <a:rPr lang="en-US" altLang="ko-KR" dirty="0" err="1"/>
              <a:t>init</a:t>
            </a:r>
            <a:r>
              <a:rPr lang="ko-KR" altLang="en-US" dirty="0"/>
              <a:t>함수 이후로 바뀌지 않음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80542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B0A9EF6-FDCD-7BC7-E191-5CB717D40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ko-KR" altLang="en-US" sz="4800"/>
              <a:t>문제 접근 </a:t>
            </a:r>
            <a:r>
              <a:rPr lang="en-US" altLang="ko-KR" sz="4800"/>
              <a:t>- divide</a:t>
            </a:r>
            <a:endParaRPr lang="ko-KR" altLang="en-US" sz="48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5CF0C8-6D34-EFF2-9645-EFF86D47D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203079"/>
            <a:ext cx="4530898" cy="4035880"/>
          </a:xfrm>
        </p:spPr>
        <p:txBody>
          <a:bodyPr anchor="ctr">
            <a:normAutofit/>
          </a:bodyPr>
          <a:lstStyle/>
          <a:p>
            <a:r>
              <a:rPr lang="en-US" altLang="ko-KR" sz="1400" dirty="0"/>
              <a:t>1. </a:t>
            </a:r>
            <a:r>
              <a:rPr lang="ko-KR" altLang="en-US" sz="1400" dirty="0"/>
              <a:t>하나의 도시는 여러 선거구에 분할되지 않는다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2. </a:t>
            </a:r>
            <a:r>
              <a:rPr lang="ko-KR" altLang="en-US" sz="1400" dirty="0"/>
              <a:t>하나의 선거구에 포함되는 도시들은 서로 연속한다</a:t>
            </a:r>
            <a:r>
              <a:rPr lang="en-US" altLang="ko-KR" sz="1400" dirty="0"/>
              <a:t>.</a:t>
            </a:r>
          </a:p>
          <a:p>
            <a:r>
              <a:rPr lang="en-US" altLang="ko-KR" sz="1400" b="1" dirty="0"/>
              <a:t>3. </a:t>
            </a:r>
            <a:r>
              <a:rPr lang="ko-KR" altLang="en-US" sz="1400" b="1" dirty="0"/>
              <a:t>가장 인구가 많은 선거구의 인구를 최소로 한다</a:t>
            </a:r>
            <a:r>
              <a:rPr lang="en-US" altLang="ko-KR" sz="1400" b="1" dirty="0"/>
              <a:t>.</a:t>
            </a:r>
          </a:p>
          <a:p>
            <a:r>
              <a:rPr lang="en-US" altLang="ko-KR" sz="1100" strike="sngStrike" dirty="0">
                <a:sym typeface="Wingdings" panose="05000000000000000000" pitchFamily="2" charset="2"/>
              </a:rPr>
              <a:t>(</a:t>
            </a:r>
            <a:r>
              <a:rPr lang="ko-KR" altLang="en-US" sz="1100" strike="sngStrike" dirty="0">
                <a:sym typeface="Wingdings" panose="05000000000000000000" pitchFamily="2" charset="2"/>
              </a:rPr>
              <a:t>인구수가 적은 </a:t>
            </a:r>
            <a:r>
              <a:rPr lang="en-US" altLang="ko-KR" sz="1100" strike="sngStrike" dirty="0">
                <a:sym typeface="Wingdings" panose="05000000000000000000" pitchFamily="2" charset="2"/>
              </a:rPr>
              <a:t>K</a:t>
            </a:r>
            <a:r>
              <a:rPr lang="ko-KR" altLang="en-US" sz="1100" strike="sngStrike" dirty="0">
                <a:sym typeface="Wingdings" panose="05000000000000000000" pitchFamily="2" charset="2"/>
              </a:rPr>
              <a:t>개를 선택한다</a:t>
            </a:r>
            <a:r>
              <a:rPr lang="en-US" altLang="ko-KR" sz="1100" strike="sngStrike" dirty="0">
                <a:sym typeface="Wingdings" panose="05000000000000000000" pitchFamily="2" charset="2"/>
              </a:rPr>
              <a:t>)</a:t>
            </a:r>
          </a:p>
          <a:p>
            <a:r>
              <a:rPr lang="en-US" altLang="ko-KR" sz="1400" dirty="0">
                <a:sym typeface="Wingdings" panose="05000000000000000000" pitchFamily="2" charset="2"/>
              </a:rPr>
              <a:t>4. </a:t>
            </a:r>
            <a:r>
              <a:rPr lang="ko-KR" altLang="en-US" sz="1400" dirty="0">
                <a:sym typeface="Wingdings" panose="05000000000000000000" pitchFamily="2" charset="2"/>
              </a:rPr>
              <a:t>모든 도시는 어떠한 선거구에 포함되어야 한다</a:t>
            </a:r>
            <a:r>
              <a:rPr lang="en-US" altLang="ko-KR" sz="1400" dirty="0">
                <a:sym typeface="Wingdings" panose="05000000000000000000" pitchFamily="2" charset="2"/>
              </a:rPr>
              <a:t>.</a:t>
            </a:r>
          </a:p>
          <a:p>
            <a:r>
              <a:rPr lang="ko-KR" altLang="en-US" sz="1400" dirty="0"/>
              <a:t>최대를 최소화</a:t>
            </a:r>
            <a:r>
              <a:rPr lang="en-US" altLang="ko-KR" sz="1400" dirty="0"/>
              <a:t>? 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r>
              <a:rPr lang="ko-KR" altLang="en-US" sz="1400" dirty="0">
                <a:sym typeface="Wingdings" panose="05000000000000000000" pitchFamily="2" charset="2"/>
              </a:rPr>
              <a:t>이분탐색 국밥조합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ko-KR" altLang="en-US" sz="1400" dirty="0">
                <a:sym typeface="Wingdings" panose="05000000000000000000" pitchFamily="2" charset="2"/>
              </a:rPr>
              <a:t>어떤 </a:t>
            </a:r>
            <a:r>
              <a:rPr lang="en-US" altLang="ko-KR" sz="1400" dirty="0">
                <a:sym typeface="Wingdings" panose="05000000000000000000" pitchFamily="2" charset="2"/>
              </a:rPr>
              <a:t>P</a:t>
            </a:r>
            <a:r>
              <a:rPr lang="ko-KR" altLang="en-US" sz="1400" dirty="0">
                <a:sym typeface="Wingdings" panose="05000000000000000000" pitchFamily="2" charset="2"/>
              </a:rPr>
              <a:t>에 대하여</a:t>
            </a:r>
            <a:r>
              <a:rPr lang="en-US" altLang="ko-KR" sz="1400" dirty="0"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ym typeface="Wingdings" panose="05000000000000000000" pitchFamily="2" charset="2"/>
              </a:rPr>
              <a:t>모든 선거구 인원을 </a:t>
            </a:r>
            <a:r>
              <a:rPr lang="en-US" altLang="ko-KR" sz="1400" dirty="0">
                <a:sym typeface="Wingdings" panose="05000000000000000000" pitchFamily="2" charset="2"/>
              </a:rPr>
              <a:t>P</a:t>
            </a:r>
            <a:r>
              <a:rPr lang="ko-KR" altLang="en-US" sz="1400" dirty="0">
                <a:sym typeface="Wingdings" panose="05000000000000000000" pitchFamily="2" charset="2"/>
              </a:rPr>
              <a:t>이하로 하는 것이 가능한지 확인하기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en-US" altLang="ko-KR" sz="1200" dirty="0">
                <a:sym typeface="Wingdings" panose="05000000000000000000" pitchFamily="2" charset="2"/>
              </a:rPr>
              <a:t>P</a:t>
            </a:r>
            <a:r>
              <a:rPr lang="ko-KR" altLang="en-US" sz="1200" dirty="0">
                <a:sym typeface="Wingdings" panose="05000000000000000000" pitchFamily="2" charset="2"/>
              </a:rPr>
              <a:t>가 감소하면 </a:t>
            </a:r>
            <a:r>
              <a:rPr lang="en-US" altLang="ko-KR" sz="1200" dirty="0">
                <a:sym typeface="Wingdings" panose="05000000000000000000" pitchFamily="2" charset="2"/>
              </a:rPr>
              <a:t>?  </a:t>
            </a:r>
            <a:r>
              <a:rPr lang="ko-KR" altLang="en-US" sz="1200" dirty="0">
                <a:sym typeface="Wingdings" panose="05000000000000000000" pitchFamily="2" charset="2"/>
              </a:rPr>
              <a:t>더 많이 쪼개야 하므로 </a:t>
            </a:r>
            <a:r>
              <a:rPr lang="en-US" altLang="ko-KR" sz="1200" dirty="0">
                <a:sym typeface="Wingdings" panose="05000000000000000000" pitchFamily="2" charset="2"/>
              </a:rPr>
              <a:t>K</a:t>
            </a:r>
            <a:r>
              <a:rPr lang="ko-KR" altLang="en-US" sz="1200" dirty="0">
                <a:sym typeface="Wingdings" panose="05000000000000000000" pitchFamily="2" charset="2"/>
              </a:rPr>
              <a:t>개 보다 더 많은 선거구가 나올 수 있다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sz="1200" dirty="0">
                <a:sym typeface="Wingdings" panose="05000000000000000000" pitchFamily="2" charset="2"/>
              </a:rPr>
              <a:t>P</a:t>
            </a:r>
            <a:r>
              <a:rPr lang="ko-KR" altLang="en-US" sz="1200" dirty="0">
                <a:sym typeface="Wingdings" panose="05000000000000000000" pitchFamily="2" charset="2"/>
              </a:rPr>
              <a:t>가 증가하면 </a:t>
            </a:r>
            <a:r>
              <a:rPr lang="en-US" altLang="ko-KR" sz="1200" dirty="0">
                <a:sym typeface="Wingdings" panose="05000000000000000000" pitchFamily="2" charset="2"/>
              </a:rPr>
              <a:t>?  </a:t>
            </a:r>
            <a:r>
              <a:rPr lang="ko-KR" altLang="en-US" sz="1200" dirty="0">
                <a:sym typeface="Wingdings" panose="05000000000000000000" pitchFamily="2" charset="2"/>
              </a:rPr>
              <a:t>더 덜 쪼갤 수 있다</a:t>
            </a:r>
            <a:r>
              <a:rPr lang="en-US" altLang="ko-KR" sz="1200" dirty="0">
                <a:sym typeface="Wingdings" panose="05000000000000000000" pitchFamily="2" charset="2"/>
              </a:rPr>
              <a:t>. </a:t>
            </a:r>
            <a:r>
              <a:rPr lang="ko-KR" altLang="en-US" sz="1200" dirty="0">
                <a:sym typeface="Wingdings" panose="05000000000000000000" pitchFamily="2" charset="2"/>
              </a:rPr>
              <a:t>만약 </a:t>
            </a:r>
            <a:r>
              <a:rPr lang="en-US" altLang="ko-KR" sz="1200" dirty="0">
                <a:sym typeface="Wingdings" panose="05000000000000000000" pitchFamily="2" charset="2"/>
              </a:rPr>
              <a:t>K</a:t>
            </a:r>
            <a:r>
              <a:rPr lang="ko-KR" altLang="en-US" sz="1200" dirty="0">
                <a:sym typeface="Wingdings" panose="05000000000000000000" pitchFamily="2" charset="2"/>
              </a:rPr>
              <a:t>개 보다 적은 선거구가 나온다면</a:t>
            </a:r>
            <a:r>
              <a:rPr lang="en-US" altLang="ko-KR" sz="1200" dirty="0"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sym typeface="Wingdings" panose="05000000000000000000" pitchFamily="2" charset="2"/>
              </a:rPr>
              <a:t>임의의 선거구를 여러 개의 선거구로 나눠도 선거구 인원은 </a:t>
            </a:r>
            <a:r>
              <a:rPr lang="en-US" altLang="ko-KR" sz="1200" dirty="0">
                <a:sym typeface="Wingdings" panose="05000000000000000000" pitchFamily="2" charset="2"/>
              </a:rPr>
              <a:t>P</a:t>
            </a:r>
            <a:r>
              <a:rPr lang="ko-KR" altLang="en-US" sz="1200" dirty="0">
                <a:sym typeface="Wingdings" panose="05000000000000000000" pitchFamily="2" charset="2"/>
              </a:rPr>
              <a:t>이하이다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</a:p>
        </p:txBody>
      </p:sp>
      <p:pic>
        <p:nvPicPr>
          <p:cNvPr id="4" name="Picture 2" descr="텍스트, 도표, 원, 스크린샷이(가) 표시된 사진&#10;&#10;자동 생성된 설명">
            <a:extLst>
              <a:ext uri="{FF2B5EF4-FFF2-40B4-BE49-F238E27FC236}">
                <a16:creationId xmlns:a16="http://schemas.microsoft.com/office/drawing/2014/main" id="{7A8619B3-4797-B077-EA4F-71730F5E0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11532" y="3477919"/>
            <a:ext cx="5150277" cy="172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35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11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F1AF492-A462-B48D-8451-5F29166B1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ko-KR" altLang="en-US" sz="4800"/>
              <a:t>문제 구현 </a:t>
            </a:r>
            <a:r>
              <a:rPr lang="en-US" altLang="ko-KR" sz="4800"/>
              <a:t>– init</a:t>
            </a:r>
            <a:endParaRPr lang="ko-KR" altLang="en-US" sz="4800"/>
          </a:p>
        </p:txBody>
      </p:sp>
      <p:sp>
        <p:nvSpPr>
          <p:cNvPr id="28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ntent Placeholder 8">
            <a:extLst>
              <a:ext uri="{FF2B5EF4-FFF2-40B4-BE49-F238E27FC236}">
                <a16:creationId xmlns:a16="http://schemas.microsoft.com/office/drawing/2014/main" id="{15AB266A-12F6-2E50-641D-756F5E4136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ko-KR" altLang="en-US" sz="1800" dirty="0"/>
              <a:t>우선 순위 큐에 모든 간선을 추가해 줍니다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400" dirty="0">
                <a:sym typeface="Wingdings" panose="05000000000000000000" pitchFamily="2" charset="2"/>
              </a:rPr>
              <a:t>expand</a:t>
            </a:r>
            <a:r>
              <a:rPr lang="ko-KR" altLang="en-US" sz="1400" dirty="0">
                <a:sym typeface="Wingdings" panose="05000000000000000000" pitchFamily="2" charset="2"/>
              </a:rPr>
              <a:t>에서 하나씩 꺼내면서 확장할 예정</a:t>
            </a:r>
            <a:endParaRPr lang="en-US" altLang="ko-KR" sz="1400" dirty="0">
              <a:sym typeface="Wingdings" panose="05000000000000000000" pitchFamily="2" charset="2"/>
            </a:endParaRPr>
          </a:p>
          <a:p>
            <a:r>
              <a:rPr lang="en-US" sz="1800" dirty="0">
                <a:sym typeface="Wingdings" panose="05000000000000000000" pitchFamily="2" charset="2"/>
              </a:rPr>
              <a:t>segment tree</a:t>
            </a:r>
            <a:r>
              <a:rPr lang="ko-KR" altLang="en-US" sz="1800" dirty="0">
                <a:sym typeface="Wingdings" panose="05000000000000000000" pitchFamily="2" charset="2"/>
              </a:rPr>
              <a:t>도 초기화 해줍니다</a:t>
            </a:r>
            <a:r>
              <a:rPr lang="en-US" altLang="ko-KR" sz="1800" dirty="0">
                <a:sym typeface="Wingdings" panose="05000000000000000000" pitchFamily="2" charset="2"/>
              </a:rPr>
              <a:t>.</a:t>
            </a:r>
            <a:endParaRPr lang="en-US" sz="1800" dirty="0"/>
          </a:p>
        </p:txBody>
      </p:sp>
      <p:pic>
        <p:nvPicPr>
          <p:cNvPr id="5" name="내용 개체 틀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80167F03-A3D4-8BC9-D067-D3244F0FE34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" r="3122" b="1"/>
          <a:stretch/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31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126551B-AE0D-1D7F-A46A-31934C2D42C4}"/>
              </a:ext>
            </a:extLst>
          </p:cNvPr>
          <p:cNvCxnSpPr/>
          <p:nvPr/>
        </p:nvCxnSpPr>
        <p:spPr>
          <a:xfrm>
            <a:off x="5050172" y="4051883"/>
            <a:ext cx="2013358" cy="570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FB28042-D671-9EBE-534F-8B8638FE3C65}"/>
              </a:ext>
            </a:extLst>
          </p:cNvPr>
          <p:cNvCxnSpPr/>
          <p:nvPr/>
        </p:nvCxnSpPr>
        <p:spPr>
          <a:xfrm>
            <a:off x="4504888" y="4823670"/>
            <a:ext cx="24999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8990FD8B-C963-A7F7-3444-94065E94507C}"/>
              </a:ext>
            </a:extLst>
          </p:cNvPr>
          <p:cNvCxnSpPr/>
          <p:nvPr/>
        </p:nvCxnSpPr>
        <p:spPr>
          <a:xfrm>
            <a:off x="4504888" y="4823670"/>
            <a:ext cx="2558642" cy="528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207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1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13">
            <a:extLst>
              <a:ext uri="{FF2B5EF4-FFF2-40B4-BE49-F238E27FC236}">
                <a16:creationId xmlns:a16="http://schemas.microsoft.com/office/drawing/2014/main" id="{2C46C4D6-C474-4E92-B52E-944C1118F7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E249257-5E10-92FA-B697-A7A09B4D3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문제 구현 </a:t>
            </a:r>
            <a:r>
              <a:rPr lang="en-US" altLang="ko-KR" sz="3600" dirty="0"/>
              <a:t>– expand,</a:t>
            </a:r>
            <a:r>
              <a:rPr lang="ko-KR" altLang="en-US" sz="3600" dirty="0"/>
              <a:t> </a:t>
            </a:r>
            <a:r>
              <a:rPr lang="en-US" altLang="ko-KR" sz="3600" dirty="0"/>
              <a:t>calculate</a:t>
            </a:r>
            <a:endParaRPr lang="ko-KR" altLang="en-US" sz="3600" dirty="0"/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9E152A66-AB91-97C2-A59A-5D140E38E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2623381"/>
            <a:ext cx="3888528" cy="3553581"/>
          </a:xfrm>
        </p:spPr>
        <p:txBody>
          <a:bodyPr>
            <a:normAutofit/>
          </a:bodyPr>
          <a:lstStyle/>
          <a:p>
            <a:r>
              <a:rPr lang="en-US" sz="1600" dirty="0"/>
              <a:t>PQ</a:t>
            </a:r>
            <a:r>
              <a:rPr lang="ko-KR" altLang="en-US" sz="1600" dirty="0"/>
              <a:t>에서 이동 시간이 가장 긴 간선을 하나 뽑아줍니다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간선을 확장 해주고</a:t>
            </a:r>
            <a:endParaRPr lang="en-US" altLang="ko-KR" sz="1600" dirty="0"/>
          </a:p>
          <a:p>
            <a:r>
              <a:rPr lang="ko-KR" altLang="en-US" sz="1600" dirty="0"/>
              <a:t>새로운 비용을 계산해 줍니다</a:t>
            </a:r>
            <a:r>
              <a:rPr lang="en-US" altLang="ko-KR" sz="1600" dirty="0"/>
              <a:t>.</a:t>
            </a:r>
          </a:p>
          <a:p>
            <a:r>
              <a:rPr lang="ko-KR" altLang="en-US" sz="1600" dirty="0"/>
              <a:t>이 간선이 다음번에 이동시간이 가장 긴 간선이 될 수 있으니</a:t>
            </a:r>
            <a:r>
              <a:rPr lang="en-US" altLang="ko-KR" sz="1600" dirty="0"/>
              <a:t>, PQ</a:t>
            </a:r>
            <a:r>
              <a:rPr lang="ko-KR" altLang="en-US" sz="1600" dirty="0"/>
              <a:t>에 다시 넣어줍니다</a:t>
            </a:r>
            <a:r>
              <a:rPr lang="en-US" altLang="ko-KR" sz="1600" dirty="0"/>
              <a:t>.</a:t>
            </a:r>
          </a:p>
          <a:p>
            <a:r>
              <a:rPr lang="en-US" sz="1600" dirty="0"/>
              <a:t>segment tree</a:t>
            </a:r>
            <a:r>
              <a:rPr lang="ko-KR" altLang="en-US" sz="1600" dirty="0"/>
              <a:t>도 새로운 이동시간으로 갱신 해줍니다</a:t>
            </a:r>
            <a:r>
              <a:rPr lang="en-US" altLang="ko-KR" sz="1600" dirty="0"/>
              <a:t>.</a:t>
            </a:r>
          </a:p>
          <a:p>
            <a:r>
              <a:rPr lang="en-US" sz="1600" dirty="0"/>
              <a:t>calculate</a:t>
            </a:r>
            <a:r>
              <a:rPr lang="ko-KR" altLang="en-US" sz="1600" dirty="0"/>
              <a:t>함수는 단순히 </a:t>
            </a:r>
            <a:r>
              <a:rPr lang="en-US" altLang="ko-KR" sz="1600" dirty="0"/>
              <a:t>segment tree</a:t>
            </a:r>
            <a:r>
              <a:rPr lang="ko-KR" altLang="en-US" sz="1600" dirty="0"/>
              <a:t>에 쿼리를 날려서 해결할 수 있습니다</a:t>
            </a:r>
            <a:r>
              <a:rPr lang="en-US" altLang="ko-KR" sz="1600" dirty="0"/>
              <a:t>.</a:t>
            </a:r>
            <a:endParaRPr lang="en-US" sz="1600" dirty="0"/>
          </a:p>
        </p:txBody>
      </p:sp>
      <p:pic>
        <p:nvPicPr>
          <p:cNvPr id="5" name="내용 개체 틀 4" descr="텍스트, 스크린샷, 디스플레이, 소프트웨어이(가) 표시된 사진&#10;&#10;자동 생성된 설명">
            <a:extLst>
              <a:ext uri="{FF2B5EF4-FFF2-40B4-BE49-F238E27FC236}">
                <a16:creationId xmlns:a16="http://schemas.microsoft.com/office/drawing/2014/main" id="{F8A42AC5-B0C2-5837-1281-19F6684EA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9327" y="2152098"/>
            <a:ext cx="6821806" cy="4024864"/>
          </a:xfrm>
          <a:prstGeom prst="rect">
            <a:avLst/>
          </a:prstGeom>
        </p:spPr>
      </p:pic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DFBC6589-1E51-9A0D-0F7E-8F5106523BC8}"/>
              </a:ext>
            </a:extLst>
          </p:cNvPr>
          <p:cNvCxnSpPr/>
          <p:nvPr/>
        </p:nvCxnSpPr>
        <p:spPr>
          <a:xfrm>
            <a:off x="4420998" y="2927758"/>
            <a:ext cx="1812022" cy="501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7DF6341-CB42-7FD8-5427-50CDFBE14FA7}"/>
              </a:ext>
            </a:extLst>
          </p:cNvPr>
          <p:cNvCxnSpPr/>
          <p:nvPr/>
        </p:nvCxnSpPr>
        <p:spPr>
          <a:xfrm>
            <a:off x="2981392" y="3322040"/>
            <a:ext cx="3251628" cy="293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0664E1D-F651-5696-5481-75A6B6573E25}"/>
              </a:ext>
            </a:extLst>
          </p:cNvPr>
          <p:cNvCxnSpPr/>
          <p:nvPr/>
        </p:nvCxnSpPr>
        <p:spPr>
          <a:xfrm>
            <a:off x="3884103" y="3615655"/>
            <a:ext cx="2348917" cy="209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B952D9A-25F1-286E-CCF5-73B83F771F6F}"/>
              </a:ext>
            </a:extLst>
          </p:cNvPr>
          <p:cNvCxnSpPr/>
          <p:nvPr/>
        </p:nvCxnSpPr>
        <p:spPr>
          <a:xfrm flipV="1">
            <a:off x="4726727" y="4026716"/>
            <a:ext cx="1506293" cy="137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A3CEAFB-5AE4-B6C6-C2F9-47F30208EE00}"/>
              </a:ext>
            </a:extLst>
          </p:cNvPr>
          <p:cNvCxnSpPr/>
          <p:nvPr/>
        </p:nvCxnSpPr>
        <p:spPr>
          <a:xfrm flipV="1">
            <a:off x="4538444" y="4236440"/>
            <a:ext cx="1694576" cy="721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CD35728-7930-CF54-ABB9-7D4C8626C0C0}"/>
              </a:ext>
            </a:extLst>
          </p:cNvPr>
          <p:cNvCxnSpPr/>
          <p:nvPr/>
        </p:nvCxnSpPr>
        <p:spPr>
          <a:xfrm>
            <a:off x="4607206" y="5486400"/>
            <a:ext cx="13555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815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2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3CC7322-FEA9-2AD5-13B6-91AD267C6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r>
              <a:rPr lang="ko-KR" altLang="en-US" sz="5000"/>
              <a:t>문제 구현 </a:t>
            </a:r>
            <a:r>
              <a:rPr lang="en-US" altLang="ko-KR" sz="5000"/>
              <a:t>- divide</a:t>
            </a:r>
            <a:endParaRPr lang="ko-KR" altLang="en-US" sz="5000"/>
          </a:p>
        </p:txBody>
      </p:sp>
      <p:sp>
        <p:nvSpPr>
          <p:cNvPr id="32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2D7DAEC-9113-6EF4-AE80-CDA844E63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ko-KR" altLang="en-US" sz="1200" dirty="0"/>
              <a:t>하나의 선거구에 들어갈 수 있는 인원수를 제한하면서 </a:t>
            </a:r>
            <a:r>
              <a:rPr lang="en-US" altLang="ko-KR" sz="1200" dirty="0"/>
              <a:t>binary search </a:t>
            </a:r>
            <a:r>
              <a:rPr lang="ko-KR" altLang="en-US" sz="1200" dirty="0"/>
              <a:t>하겠습니다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탐색 범위를 세팅합니다</a:t>
            </a:r>
            <a:r>
              <a:rPr lang="en-US" altLang="ko-KR" sz="1200" dirty="0"/>
              <a:t>. (</a:t>
            </a:r>
            <a:r>
              <a:rPr lang="ko-KR" altLang="en-US" sz="1200" dirty="0"/>
              <a:t>도시의 수 </a:t>
            </a:r>
            <a:r>
              <a:rPr lang="en-US" altLang="ko-KR" sz="1200" dirty="0"/>
              <a:t>* </a:t>
            </a:r>
            <a:r>
              <a:rPr lang="ko-KR" altLang="en-US" sz="1200" dirty="0"/>
              <a:t>도시마다 인원수</a:t>
            </a:r>
            <a:r>
              <a:rPr lang="en-US" altLang="ko-KR" sz="1200" dirty="0"/>
              <a:t>)</a:t>
            </a:r>
            <a:r>
              <a:rPr lang="ko-KR" altLang="en-US" sz="1200" dirty="0"/>
              <a:t>의 최댓값까지 탐색범위를 줍니다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가운데 값을 계산하고</a:t>
            </a:r>
            <a:r>
              <a:rPr lang="en-US" altLang="ko-KR" sz="1200" dirty="0"/>
              <a:t>, </a:t>
            </a:r>
            <a:r>
              <a:rPr lang="ko-KR" altLang="en-US" sz="1200" dirty="0"/>
              <a:t>이 값으로 인원수를 제한하겠습니다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총 인원수가 </a:t>
            </a:r>
            <a:r>
              <a:rPr lang="en-US" altLang="ko-KR" sz="1200" dirty="0"/>
              <a:t>mid</a:t>
            </a:r>
            <a:r>
              <a:rPr lang="ko-KR" altLang="en-US" sz="1200" dirty="0"/>
              <a:t>를 넘지 않는 선에서 앞에서부터 차례대로 더해 나갑니다</a:t>
            </a:r>
            <a:r>
              <a:rPr lang="en-US" altLang="ko-KR" sz="1200" dirty="0"/>
              <a:t>. </a:t>
            </a:r>
            <a:r>
              <a:rPr lang="ko-KR" altLang="en-US" sz="1200" dirty="0"/>
              <a:t>이렇게 만들어진 그룹을 하나의 선거구로 만듭니다</a:t>
            </a:r>
            <a:r>
              <a:rPr lang="en-US" altLang="ko-KR" sz="1200" dirty="0"/>
              <a:t>.</a:t>
            </a:r>
          </a:p>
          <a:p>
            <a:pPr lvl="1"/>
            <a:r>
              <a:rPr lang="ko-KR" altLang="en-US" sz="1200" dirty="0"/>
              <a:t>지금까지 만들어진 선거구의 개수를 </a:t>
            </a:r>
            <a:r>
              <a:rPr lang="en-US" altLang="ko-KR" sz="1200" dirty="0"/>
              <a:t>P</a:t>
            </a:r>
            <a:r>
              <a:rPr lang="ko-KR" altLang="en-US" sz="1200" dirty="0"/>
              <a:t>에 저장했습니다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만약 만들어진 선거구의 개수가 </a:t>
            </a:r>
            <a:r>
              <a:rPr lang="en-US" altLang="ko-KR" sz="1200" dirty="0"/>
              <a:t>K</a:t>
            </a:r>
            <a:r>
              <a:rPr lang="ko-KR" altLang="en-US" sz="1200" dirty="0"/>
              <a:t>이하라면</a:t>
            </a:r>
            <a:r>
              <a:rPr lang="en-US" altLang="ko-KR" sz="1200" dirty="0"/>
              <a:t>, </a:t>
            </a:r>
            <a:r>
              <a:rPr lang="ko-KR" altLang="en-US" sz="1200" dirty="0"/>
              <a:t>인원수를 더 제한할 수 있습니다</a:t>
            </a:r>
            <a:r>
              <a:rPr lang="en-US" altLang="ko-KR" sz="1200" dirty="0"/>
              <a:t>.</a:t>
            </a:r>
          </a:p>
          <a:p>
            <a:pPr lvl="1"/>
            <a:r>
              <a:rPr lang="en-US" altLang="ko-KR" sz="1200" dirty="0"/>
              <a:t>K</a:t>
            </a:r>
            <a:r>
              <a:rPr lang="ko-KR" altLang="en-US" sz="1200" dirty="0"/>
              <a:t>개 미만이라면</a:t>
            </a:r>
            <a:r>
              <a:rPr lang="en-US" altLang="ko-KR" sz="1200" dirty="0"/>
              <a:t>, </a:t>
            </a:r>
            <a:r>
              <a:rPr lang="ko-KR" altLang="en-US" sz="1200" dirty="0"/>
              <a:t>선거구를 쪼개서 </a:t>
            </a:r>
            <a:r>
              <a:rPr lang="en-US" altLang="ko-KR" sz="1200" dirty="0"/>
              <a:t>K</a:t>
            </a:r>
            <a:r>
              <a:rPr lang="ko-KR" altLang="en-US" sz="1200" dirty="0"/>
              <a:t>개로 만들 수 있습니다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K</a:t>
            </a:r>
            <a:r>
              <a:rPr lang="ko-KR" altLang="en-US" sz="1200" dirty="0"/>
              <a:t>개 초과라면</a:t>
            </a:r>
            <a:r>
              <a:rPr lang="en-US" altLang="ko-KR" sz="1200" dirty="0"/>
              <a:t>, </a:t>
            </a:r>
            <a:r>
              <a:rPr lang="ko-KR" altLang="en-US" sz="1200" dirty="0"/>
              <a:t>인원수를 더 늘려야 합니다</a:t>
            </a:r>
            <a:r>
              <a:rPr lang="en-US" altLang="ko-KR" sz="1200" dirty="0"/>
              <a:t>.</a:t>
            </a:r>
          </a:p>
        </p:txBody>
      </p:sp>
      <p:pic>
        <p:nvPicPr>
          <p:cNvPr id="5" name="내용 개체 틀 4" descr="텍스트, 디스플레이, 스크린샷, 소프트웨어이(가) 표시된 사진&#10;&#10;자동 생성된 설명">
            <a:extLst>
              <a:ext uri="{FF2B5EF4-FFF2-40B4-BE49-F238E27FC236}">
                <a16:creationId xmlns:a16="http://schemas.microsoft.com/office/drawing/2014/main" id="{DA1B3322-6183-76BA-B348-F44AC2EB90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4" r="5872" b="2"/>
          <a:stretch/>
        </p:blipFill>
        <p:spPr>
          <a:xfrm>
            <a:off x="6099048" y="783072"/>
            <a:ext cx="5458968" cy="5291856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1EF17A2-715C-7F1F-7BD7-AE117E9CC157}"/>
              </a:ext>
            </a:extLst>
          </p:cNvPr>
          <p:cNvCxnSpPr>
            <a:cxnSpLocks/>
          </p:cNvCxnSpPr>
          <p:nvPr/>
        </p:nvCxnSpPr>
        <p:spPr>
          <a:xfrm flipV="1">
            <a:off x="5276675" y="1820411"/>
            <a:ext cx="1350628" cy="1484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08034E2-404D-4681-F684-0ED7C89D3EB9}"/>
              </a:ext>
            </a:extLst>
          </p:cNvPr>
          <p:cNvCxnSpPr/>
          <p:nvPr/>
        </p:nvCxnSpPr>
        <p:spPr>
          <a:xfrm flipV="1">
            <a:off x="5008228" y="2231472"/>
            <a:ext cx="2080469" cy="14261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B452B18-4A1C-222F-27ED-5D7CBE8F7090}"/>
              </a:ext>
            </a:extLst>
          </p:cNvPr>
          <p:cNvCxnSpPr/>
          <p:nvPr/>
        </p:nvCxnSpPr>
        <p:spPr>
          <a:xfrm flipV="1">
            <a:off x="5276675" y="3070371"/>
            <a:ext cx="2164360" cy="10486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1385E513-3DF9-22C9-B840-19AAF4DCD79F}"/>
              </a:ext>
            </a:extLst>
          </p:cNvPr>
          <p:cNvCxnSpPr/>
          <p:nvPr/>
        </p:nvCxnSpPr>
        <p:spPr>
          <a:xfrm flipV="1">
            <a:off x="5276675" y="4118994"/>
            <a:ext cx="1812022" cy="679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B3B27219-7D95-4737-BC06-D52AC7EE03C2}"/>
              </a:ext>
            </a:extLst>
          </p:cNvPr>
          <p:cNvCxnSpPr/>
          <p:nvPr/>
        </p:nvCxnSpPr>
        <p:spPr>
          <a:xfrm flipV="1">
            <a:off x="3816991" y="4697835"/>
            <a:ext cx="3624044" cy="6459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374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851F25-F2D9-CD63-869F-BEB43F793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Q&amp;A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9107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670</Words>
  <Application>Microsoft Office PowerPoint</Application>
  <PresentationFormat>와이드스크린</PresentationFormat>
  <Paragraphs>81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맑은 고딕</vt:lpstr>
      <vt:lpstr>Arial</vt:lpstr>
      <vt:lpstr>Wingdings</vt:lpstr>
      <vt:lpstr>Office 테마</vt:lpstr>
      <vt:lpstr>국가행정</vt:lpstr>
      <vt:lpstr>문제 소개</vt:lpstr>
      <vt:lpstr>문제 소개 – init, expand</vt:lpstr>
      <vt:lpstr>문제 소개 – calculate, divide</vt:lpstr>
      <vt:lpstr>문제 접근 - divide</vt:lpstr>
      <vt:lpstr>문제 구현 – init</vt:lpstr>
      <vt:lpstr>문제 구현 – expand, calculate</vt:lpstr>
      <vt:lpstr>문제 구현 - divide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국가행정</dc:title>
  <dc:creator>이승재</dc:creator>
  <cp:lastModifiedBy>이승재</cp:lastModifiedBy>
  <cp:revision>1</cp:revision>
  <dcterms:created xsi:type="dcterms:W3CDTF">2024-01-30T08:52:37Z</dcterms:created>
  <dcterms:modified xsi:type="dcterms:W3CDTF">2024-01-30T09:56:17Z</dcterms:modified>
</cp:coreProperties>
</file>