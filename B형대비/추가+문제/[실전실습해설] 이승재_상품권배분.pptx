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D2E8E68-2158-431F-94C5-38CF21E30C52}" v="487" dt="2024-01-29T07:53:44.37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9" d="100"/>
          <a:sy n="69" d="100"/>
        </p:scale>
        <p:origin x="86" y="1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이승재" userId="1d7995c1-5f7c-4e08-b977-e3b2be4af101" providerId="ADAL" clId="{DD2E8E68-2158-431F-94C5-38CF21E30C52}"/>
    <pc:docChg chg="undo custSel addSld modSld">
      <pc:chgData name="이승재" userId="1d7995c1-5f7c-4e08-b977-e3b2be4af101" providerId="ADAL" clId="{DD2E8E68-2158-431F-94C5-38CF21E30C52}" dt="2024-01-29T08:11:50.349" v="7041" actId="403"/>
      <pc:docMkLst>
        <pc:docMk/>
      </pc:docMkLst>
      <pc:sldChg chg="addSp modSp new mod">
        <pc:chgData name="이승재" userId="1d7995c1-5f7c-4e08-b977-e3b2be4af101" providerId="ADAL" clId="{DD2E8E68-2158-431F-94C5-38CF21E30C52}" dt="2024-01-29T06:26:26.444" v="83" actId="1076"/>
        <pc:sldMkLst>
          <pc:docMk/>
          <pc:sldMk cId="1770345611" sldId="256"/>
        </pc:sldMkLst>
        <pc:spChg chg="mod">
          <ac:chgData name="이승재" userId="1d7995c1-5f7c-4e08-b977-e3b2be4af101" providerId="ADAL" clId="{DD2E8E68-2158-431F-94C5-38CF21E30C52}" dt="2024-01-29T06:26:01.009" v="21" actId="20577"/>
          <ac:spMkLst>
            <pc:docMk/>
            <pc:sldMk cId="1770345611" sldId="256"/>
            <ac:spMk id="2" creationId="{93CA0C0D-CEA4-D1AA-737F-2A74F9D1DA80}"/>
          </ac:spMkLst>
        </pc:spChg>
        <pc:spChg chg="mod">
          <ac:chgData name="이승재" userId="1d7995c1-5f7c-4e08-b977-e3b2be4af101" providerId="ADAL" clId="{DD2E8E68-2158-431F-94C5-38CF21E30C52}" dt="2024-01-29T06:26:10.202" v="60" actId="20577"/>
          <ac:spMkLst>
            <pc:docMk/>
            <pc:sldMk cId="1770345611" sldId="256"/>
            <ac:spMk id="3" creationId="{6B282C5B-5F2B-7E2A-2E41-B4FB2ED6FCDA}"/>
          </ac:spMkLst>
        </pc:spChg>
        <pc:spChg chg="add mod">
          <ac:chgData name="이승재" userId="1d7995c1-5f7c-4e08-b977-e3b2be4af101" providerId="ADAL" clId="{DD2E8E68-2158-431F-94C5-38CF21E30C52}" dt="2024-01-29T06:26:26.444" v="83" actId="1076"/>
          <ac:spMkLst>
            <pc:docMk/>
            <pc:sldMk cId="1770345611" sldId="256"/>
            <ac:spMk id="4" creationId="{C5470A69-23F9-F5B2-20AF-AE77AA7ADE72}"/>
          </ac:spMkLst>
        </pc:spChg>
      </pc:sldChg>
      <pc:sldChg chg="addSp delSp modSp new mod setBg">
        <pc:chgData name="이승재" userId="1d7995c1-5f7c-4e08-b977-e3b2be4af101" providerId="ADAL" clId="{DD2E8E68-2158-431F-94C5-38CF21E30C52}" dt="2024-01-29T06:34:50.876" v="1215" actId="20577"/>
        <pc:sldMkLst>
          <pc:docMk/>
          <pc:sldMk cId="2231941598" sldId="257"/>
        </pc:sldMkLst>
        <pc:spChg chg="mod">
          <ac:chgData name="이승재" userId="1d7995c1-5f7c-4e08-b977-e3b2be4af101" providerId="ADAL" clId="{DD2E8E68-2158-431F-94C5-38CF21E30C52}" dt="2024-01-29T06:28:15.980" v="112" actId="26606"/>
          <ac:spMkLst>
            <pc:docMk/>
            <pc:sldMk cId="2231941598" sldId="257"/>
            <ac:spMk id="2" creationId="{4FE1B28D-D0E2-2E40-9954-4D14422FD029}"/>
          </ac:spMkLst>
        </pc:spChg>
        <pc:spChg chg="del">
          <ac:chgData name="이승재" userId="1d7995c1-5f7c-4e08-b977-e3b2be4af101" providerId="ADAL" clId="{DD2E8E68-2158-431F-94C5-38CF21E30C52}" dt="2024-01-29T06:28:04.422" v="107"/>
          <ac:spMkLst>
            <pc:docMk/>
            <pc:sldMk cId="2231941598" sldId="257"/>
            <ac:spMk id="3" creationId="{3C0ADE06-93B8-5045-323C-79E7697A6B27}"/>
          </ac:spMkLst>
        </pc:spChg>
        <pc:spChg chg="add del">
          <ac:chgData name="이승재" userId="1d7995c1-5f7c-4e08-b977-e3b2be4af101" providerId="ADAL" clId="{DD2E8E68-2158-431F-94C5-38CF21E30C52}" dt="2024-01-29T06:28:10.287" v="109" actId="26606"/>
          <ac:spMkLst>
            <pc:docMk/>
            <pc:sldMk cId="2231941598" sldId="257"/>
            <ac:spMk id="1030" creationId="{B3B9FD6F-3CD2-9538-9A8B-405E09432F90}"/>
          </ac:spMkLst>
        </pc:spChg>
        <pc:spChg chg="add del">
          <ac:chgData name="이승재" userId="1d7995c1-5f7c-4e08-b977-e3b2be4af101" providerId="ADAL" clId="{DD2E8E68-2158-431F-94C5-38CF21E30C52}" dt="2024-01-29T06:28:10.287" v="109" actId="26606"/>
          <ac:spMkLst>
            <pc:docMk/>
            <pc:sldMk cId="2231941598" sldId="257"/>
            <ac:spMk id="1033" creationId="{2B97F24A-32CE-4C1C-A50D-3016B394DCFB}"/>
          </ac:spMkLst>
        </pc:spChg>
        <pc:spChg chg="add del">
          <ac:chgData name="이승재" userId="1d7995c1-5f7c-4e08-b977-e3b2be4af101" providerId="ADAL" clId="{DD2E8E68-2158-431F-94C5-38CF21E30C52}" dt="2024-01-29T06:28:10.287" v="109" actId="26606"/>
          <ac:spMkLst>
            <pc:docMk/>
            <pc:sldMk cId="2231941598" sldId="257"/>
            <ac:spMk id="1035" creationId="{CD8B4F24-440B-49E9-B85D-733523DC064B}"/>
          </ac:spMkLst>
        </pc:spChg>
        <pc:spChg chg="add del">
          <ac:chgData name="이승재" userId="1d7995c1-5f7c-4e08-b977-e3b2be4af101" providerId="ADAL" clId="{DD2E8E68-2158-431F-94C5-38CF21E30C52}" dt="2024-01-29T06:28:15.969" v="111" actId="26606"/>
          <ac:spMkLst>
            <pc:docMk/>
            <pc:sldMk cId="2231941598" sldId="257"/>
            <ac:spMk id="1037" creationId="{55A52C45-1FCB-4636-A80F-2849B8226C01}"/>
          </ac:spMkLst>
        </pc:spChg>
        <pc:spChg chg="add del">
          <ac:chgData name="이승재" userId="1d7995c1-5f7c-4e08-b977-e3b2be4af101" providerId="ADAL" clId="{DD2E8E68-2158-431F-94C5-38CF21E30C52}" dt="2024-01-29T06:28:15.969" v="111" actId="26606"/>
          <ac:spMkLst>
            <pc:docMk/>
            <pc:sldMk cId="2231941598" sldId="257"/>
            <ac:spMk id="1038" creationId="{84ECDE7A-6944-466D-8FFE-149A29BA6BAE}"/>
          </ac:spMkLst>
        </pc:spChg>
        <pc:spChg chg="add del">
          <ac:chgData name="이승재" userId="1d7995c1-5f7c-4e08-b977-e3b2be4af101" providerId="ADAL" clId="{DD2E8E68-2158-431F-94C5-38CF21E30C52}" dt="2024-01-29T06:28:15.969" v="111" actId="26606"/>
          <ac:spMkLst>
            <pc:docMk/>
            <pc:sldMk cId="2231941598" sldId="257"/>
            <ac:spMk id="1039" creationId="{768EB4DD-3704-43AD-92B3-C4E0C6EA92CB}"/>
          </ac:spMkLst>
        </pc:spChg>
        <pc:spChg chg="add del">
          <ac:chgData name="이승재" userId="1d7995c1-5f7c-4e08-b977-e3b2be4af101" providerId="ADAL" clId="{DD2E8E68-2158-431F-94C5-38CF21E30C52}" dt="2024-01-29T06:28:15.969" v="111" actId="26606"/>
          <ac:spMkLst>
            <pc:docMk/>
            <pc:sldMk cId="2231941598" sldId="257"/>
            <ac:spMk id="1040" creationId="{B3420082-9415-44EC-802E-C77D71D59C57}"/>
          </ac:spMkLst>
        </pc:spChg>
        <pc:spChg chg="add del">
          <ac:chgData name="이승재" userId="1d7995c1-5f7c-4e08-b977-e3b2be4af101" providerId="ADAL" clId="{DD2E8E68-2158-431F-94C5-38CF21E30C52}" dt="2024-01-29T06:28:15.969" v="111" actId="26606"/>
          <ac:spMkLst>
            <pc:docMk/>
            <pc:sldMk cId="2231941598" sldId="257"/>
            <ac:spMk id="1041" creationId="{429136AF-EDB6-EDB1-E71A-BE90495AD074}"/>
          </ac:spMkLst>
        </pc:spChg>
        <pc:spChg chg="add">
          <ac:chgData name="이승재" userId="1d7995c1-5f7c-4e08-b977-e3b2be4af101" providerId="ADAL" clId="{DD2E8E68-2158-431F-94C5-38CF21E30C52}" dt="2024-01-29T06:28:15.980" v="112" actId="26606"/>
          <ac:spMkLst>
            <pc:docMk/>
            <pc:sldMk cId="2231941598" sldId="257"/>
            <ac:spMk id="1043" creationId="{649C91A9-84E7-4BF0-9026-62F01380D853}"/>
          </ac:spMkLst>
        </pc:spChg>
        <pc:spChg chg="add mod">
          <ac:chgData name="이승재" userId="1d7995c1-5f7c-4e08-b977-e3b2be4af101" providerId="ADAL" clId="{DD2E8E68-2158-431F-94C5-38CF21E30C52}" dt="2024-01-29T06:34:50.876" v="1215" actId="20577"/>
          <ac:spMkLst>
            <pc:docMk/>
            <pc:sldMk cId="2231941598" sldId="257"/>
            <ac:spMk id="1044" creationId="{B24AF05B-92A9-7FBC-D7A9-F778766832B2}"/>
          </ac:spMkLst>
        </pc:spChg>
        <pc:spChg chg="add">
          <ac:chgData name="이승재" userId="1d7995c1-5f7c-4e08-b977-e3b2be4af101" providerId="ADAL" clId="{DD2E8E68-2158-431F-94C5-38CF21E30C52}" dt="2024-01-29T06:28:15.980" v="112" actId="26606"/>
          <ac:spMkLst>
            <pc:docMk/>
            <pc:sldMk cId="2231941598" sldId="257"/>
            <ac:spMk id="1045" creationId="{9B47378D-AD27-45D0-8C1C-5B1098DCC068}"/>
          </ac:spMkLst>
        </pc:spChg>
        <pc:picChg chg="add mod">
          <ac:chgData name="이승재" userId="1d7995c1-5f7c-4e08-b977-e3b2be4af101" providerId="ADAL" clId="{DD2E8E68-2158-431F-94C5-38CF21E30C52}" dt="2024-01-29T06:28:18.316" v="113" actId="27614"/>
          <ac:picMkLst>
            <pc:docMk/>
            <pc:sldMk cId="2231941598" sldId="257"/>
            <ac:picMk id="1026" creationId="{E9965314-FE9A-058E-18FA-8ED8B74E5445}"/>
          </ac:picMkLst>
        </pc:picChg>
      </pc:sldChg>
      <pc:sldChg chg="addSp delSp modSp new mod">
        <pc:chgData name="이승재" userId="1d7995c1-5f7c-4e08-b977-e3b2be4af101" providerId="ADAL" clId="{DD2E8E68-2158-431F-94C5-38CF21E30C52}" dt="2024-01-29T06:51:47.052" v="4204" actId="20577"/>
        <pc:sldMkLst>
          <pc:docMk/>
          <pc:sldMk cId="2109819145" sldId="258"/>
        </pc:sldMkLst>
        <pc:spChg chg="mod">
          <ac:chgData name="이승재" userId="1d7995c1-5f7c-4e08-b977-e3b2be4af101" providerId="ADAL" clId="{DD2E8E68-2158-431F-94C5-38CF21E30C52}" dt="2024-01-29T06:32:44.637" v="898" actId="20577"/>
          <ac:spMkLst>
            <pc:docMk/>
            <pc:sldMk cId="2109819145" sldId="258"/>
            <ac:spMk id="2" creationId="{D6E0C5BF-C657-F1DE-5B3E-CD9A9391D9BF}"/>
          </ac:spMkLst>
        </pc:spChg>
        <pc:spChg chg="del mod">
          <ac:chgData name="이승재" userId="1d7995c1-5f7c-4e08-b977-e3b2be4af101" providerId="ADAL" clId="{DD2E8E68-2158-431F-94C5-38CF21E30C52}" dt="2024-01-29T06:32:48.031" v="899" actId="3680"/>
          <ac:spMkLst>
            <pc:docMk/>
            <pc:sldMk cId="2109819145" sldId="258"/>
            <ac:spMk id="3" creationId="{E5FCC8D0-FE66-8424-21B7-3CC3F16695B9}"/>
          </ac:spMkLst>
        </pc:spChg>
        <pc:graphicFrameChg chg="add mod ord modGraphic">
          <ac:chgData name="이승재" userId="1d7995c1-5f7c-4e08-b977-e3b2be4af101" providerId="ADAL" clId="{DD2E8E68-2158-431F-94C5-38CF21E30C52}" dt="2024-01-29T06:51:47.052" v="4204" actId="20577"/>
          <ac:graphicFrameMkLst>
            <pc:docMk/>
            <pc:sldMk cId="2109819145" sldId="258"/>
            <ac:graphicFrameMk id="4" creationId="{13DC7ED1-0494-C90F-8AC2-57F9D5EB5F50}"/>
          </ac:graphicFrameMkLst>
        </pc:graphicFrameChg>
      </pc:sldChg>
      <pc:sldChg chg="addSp delSp modSp new mod">
        <pc:chgData name="이승재" userId="1d7995c1-5f7c-4e08-b977-e3b2be4af101" providerId="ADAL" clId="{DD2E8E68-2158-431F-94C5-38CF21E30C52}" dt="2024-01-29T06:52:24.677" v="4327" actId="20577"/>
        <pc:sldMkLst>
          <pc:docMk/>
          <pc:sldMk cId="2647440585" sldId="259"/>
        </pc:sldMkLst>
        <pc:spChg chg="mod">
          <ac:chgData name="이승재" userId="1d7995c1-5f7c-4e08-b977-e3b2be4af101" providerId="ADAL" clId="{DD2E8E68-2158-431F-94C5-38CF21E30C52}" dt="2024-01-29T06:41:39.166" v="2324" actId="20577"/>
          <ac:spMkLst>
            <pc:docMk/>
            <pc:sldMk cId="2647440585" sldId="259"/>
            <ac:spMk id="2" creationId="{D6BA134E-410E-CE12-1334-8599DD9FC980}"/>
          </ac:spMkLst>
        </pc:spChg>
        <pc:spChg chg="del">
          <ac:chgData name="이승재" userId="1d7995c1-5f7c-4e08-b977-e3b2be4af101" providerId="ADAL" clId="{DD2E8E68-2158-431F-94C5-38CF21E30C52}" dt="2024-01-29T06:41:43.529" v="2325" actId="3680"/>
          <ac:spMkLst>
            <pc:docMk/>
            <pc:sldMk cId="2647440585" sldId="259"/>
            <ac:spMk id="3" creationId="{8B62124F-A705-29C1-BBD2-051ACA90B734}"/>
          </ac:spMkLst>
        </pc:spChg>
        <pc:graphicFrameChg chg="add mod ord modGraphic">
          <ac:chgData name="이승재" userId="1d7995c1-5f7c-4e08-b977-e3b2be4af101" providerId="ADAL" clId="{DD2E8E68-2158-431F-94C5-38CF21E30C52}" dt="2024-01-29T06:52:24.677" v="4327" actId="20577"/>
          <ac:graphicFrameMkLst>
            <pc:docMk/>
            <pc:sldMk cId="2647440585" sldId="259"/>
            <ac:graphicFrameMk id="4" creationId="{713BDAC5-9E63-5CBE-5F1E-52552BA6F48A}"/>
          </ac:graphicFrameMkLst>
        </pc:graphicFrameChg>
      </pc:sldChg>
      <pc:sldChg chg="modSp new mod">
        <pc:chgData name="이승재" userId="1d7995c1-5f7c-4e08-b977-e3b2be4af101" providerId="ADAL" clId="{DD2E8E68-2158-431F-94C5-38CF21E30C52}" dt="2024-01-29T06:48:28.997" v="3544" actId="15"/>
        <pc:sldMkLst>
          <pc:docMk/>
          <pc:sldMk cId="302308749" sldId="260"/>
        </pc:sldMkLst>
        <pc:spChg chg="mod">
          <ac:chgData name="이승재" userId="1d7995c1-5f7c-4e08-b977-e3b2be4af101" providerId="ADAL" clId="{DD2E8E68-2158-431F-94C5-38CF21E30C52}" dt="2024-01-29T06:46:23.968" v="3275" actId="20577"/>
          <ac:spMkLst>
            <pc:docMk/>
            <pc:sldMk cId="302308749" sldId="260"/>
            <ac:spMk id="2" creationId="{F7564DDB-FFE9-0D1D-AB20-7ECAFE4BD5BC}"/>
          </ac:spMkLst>
        </pc:spChg>
        <pc:spChg chg="mod">
          <ac:chgData name="이승재" userId="1d7995c1-5f7c-4e08-b977-e3b2be4af101" providerId="ADAL" clId="{DD2E8E68-2158-431F-94C5-38CF21E30C52}" dt="2024-01-29T06:48:28.997" v="3544" actId="15"/>
          <ac:spMkLst>
            <pc:docMk/>
            <pc:sldMk cId="302308749" sldId="260"/>
            <ac:spMk id="3" creationId="{63089117-03D6-ECE3-59A1-6289CD336DF8}"/>
          </ac:spMkLst>
        </pc:spChg>
      </pc:sldChg>
      <pc:sldChg chg="modSp new mod">
        <pc:chgData name="이승재" userId="1d7995c1-5f7c-4e08-b977-e3b2be4af101" providerId="ADAL" clId="{DD2E8E68-2158-431F-94C5-38CF21E30C52}" dt="2024-01-29T08:11:50.349" v="7041" actId="403"/>
        <pc:sldMkLst>
          <pc:docMk/>
          <pc:sldMk cId="1850236436" sldId="261"/>
        </pc:sldMkLst>
        <pc:spChg chg="mod">
          <ac:chgData name="이승재" userId="1d7995c1-5f7c-4e08-b977-e3b2be4af101" providerId="ADAL" clId="{DD2E8E68-2158-431F-94C5-38CF21E30C52}" dt="2024-01-29T06:48:50.418" v="3571" actId="20577"/>
          <ac:spMkLst>
            <pc:docMk/>
            <pc:sldMk cId="1850236436" sldId="261"/>
            <ac:spMk id="2" creationId="{ECA4E8A6-020F-E1A0-D957-FC8DE6D5A1A5}"/>
          </ac:spMkLst>
        </pc:spChg>
        <pc:spChg chg="mod">
          <ac:chgData name="이승재" userId="1d7995c1-5f7c-4e08-b977-e3b2be4af101" providerId="ADAL" clId="{DD2E8E68-2158-431F-94C5-38CF21E30C52}" dt="2024-01-29T08:11:50.349" v="7041" actId="403"/>
          <ac:spMkLst>
            <pc:docMk/>
            <pc:sldMk cId="1850236436" sldId="261"/>
            <ac:spMk id="3" creationId="{6FD4203B-14F2-B8A6-B540-460BCB358B7A}"/>
          </ac:spMkLst>
        </pc:spChg>
      </pc:sldChg>
      <pc:sldChg chg="addSp modSp new mod setBg">
        <pc:chgData name="이승재" userId="1d7995c1-5f7c-4e08-b977-e3b2be4af101" providerId="ADAL" clId="{DD2E8E68-2158-431F-94C5-38CF21E30C52}" dt="2024-01-29T07:29:39.544" v="5490" actId="20577"/>
        <pc:sldMkLst>
          <pc:docMk/>
          <pc:sldMk cId="370645342" sldId="262"/>
        </pc:sldMkLst>
        <pc:spChg chg="mod">
          <ac:chgData name="이승재" userId="1d7995c1-5f7c-4e08-b977-e3b2be4af101" providerId="ADAL" clId="{DD2E8E68-2158-431F-94C5-38CF21E30C52}" dt="2024-01-29T07:25:09.575" v="5193" actId="26606"/>
          <ac:spMkLst>
            <pc:docMk/>
            <pc:sldMk cId="370645342" sldId="262"/>
            <ac:spMk id="2" creationId="{831A7EEF-D101-BFDE-DE33-82BDAE705299}"/>
          </ac:spMkLst>
        </pc:spChg>
        <pc:spChg chg="mod">
          <ac:chgData name="이승재" userId="1d7995c1-5f7c-4e08-b977-e3b2be4af101" providerId="ADAL" clId="{DD2E8E68-2158-431F-94C5-38CF21E30C52}" dt="2024-01-29T07:29:39.544" v="5490" actId="20577"/>
          <ac:spMkLst>
            <pc:docMk/>
            <pc:sldMk cId="370645342" sldId="262"/>
            <ac:spMk id="3" creationId="{9F88816D-0C95-7E77-65B5-6E9D7642F4D5}"/>
          </ac:spMkLst>
        </pc:spChg>
        <pc:spChg chg="add mod">
          <ac:chgData name="이승재" userId="1d7995c1-5f7c-4e08-b977-e3b2be4af101" providerId="ADAL" clId="{DD2E8E68-2158-431F-94C5-38CF21E30C52}" dt="2024-01-29T07:09:10.746" v="4803"/>
          <ac:spMkLst>
            <pc:docMk/>
            <pc:sldMk cId="370645342" sldId="262"/>
            <ac:spMk id="4" creationId="{DB6EE615-07DA-4E8F-4B47-C11D3670A885}"/>
          </ac:spMkLst>
        </pc:spChg>
        <pc:spChg chg="add">
          <ac:chgData name="이승재" userId="1d7995c1-5f7c-4e08-b977-e3b2be4af101" providerId="ADAL" clId="{DD2E8E68-2158-431F-94C5-38CF21E30C52}" dt="2024-01-29T07:25:09.575" v="5193" actId="26606"/>
          <ac:spMkLst>
            <pc:docMk/>
            <pc:sldMk cId="370645342" sldId="262"/>
            <ac:spMk id="11" creationId="{8B3A2D1A-45FC-4F95-B150-1C13EF2F6D09}"/>
          </ac:spMkLst>
        </pc:spChg>
        <pc:spChg chg="add">
          <ac:chgData name="이승재" userId="1d7995c1-5f7c-4e08-b977-e3b2be4af101" providerId="ADAL" clId="{DD2E8E68-2158-431F-94C5-38CF21E30C52}" dt="2024-01-29T07:25:09.575" v="5193" actId="26606"/>
          <ac:spMkLst>
            <pc:docMk/>
            <pc:sldMk cId="370645342" sldId="262"/>
            <ac:spMk id="13" creationId="{39C3C864-C625-4883-B868-9A4C470F4DD5}"/>
          </ac:spMkLst>
        </pc:spChg>
        <pc:picChg chg="add mod ord">
          <ac:chgData name="이승재" userId="1d7995c1-5f7c-4e08-b977-e3b2be4af101" providerId="ADAL" clId="{DD2E8E68-2158-431F-94C5-38CF21E30C52}" dt="2024-01-29T07:25:09.575" v="5193" actId="26606"/>
          <ac:picMkLst>
            <pc:docMk/>
            <pc:sldMk cId="370645342" sldId="262"/>
            <ac:picMk id="6" creationId="{63456251-236C-3B9A-616A-6615318F6D5B}"/>
          </ac:picMkLst>
        </pc:picChg>
      </pc:sldChg>
      <pc:sldChg chg="addSp delSp modSp new mod setBg">
        <pc:chgData name="이승재" userId="1d7995c1-5f7c-4e08-b977-e3b2be4af101" providerId="ADAL" clId="{DD2E8E68-2158-431F-94C5-38CF21E30C52}" dt="2024-01-29T07:39:35.638" v="6444" actId="20577"/>
        <pc:sldMkLst>
          <pc:docMk/>
          <pc:sldMk cId="2357065850" sldId="263"/>
        </pc:sldMkLst>
        <pc:spChg chg="mod">
          <ac:chgData name="이승재" userId="1d7995c1-5f7c-4e08-b977-e3b2be4af101" providerId="ADAL" clId="{DD2E8E68-2158-431F-94C5-38CF21E30C52}" dt="2024-01-29T07:34:41.013" v="5550" actId="26606"/>
          <ac:spMkLst>
            <pc:docMk/>
            <pc:sldMk cId="2357065850" sldId="263"/>
            <ac:spMk id="2" creationId="{B031FD54-27C5-B005-4810-8FD27258853D}"/>
          </ac:spMkLst>
        </pc:spChg>
        <pc:spChg chg="del">
          <ac:chgData name="이승재" userId="1d7995c1-5f7c-4e08-b977-e3b2be4af101" providerId="ADAL" clId="{DD2E8E68-2158-431F-94C5-38CF21E30C52}" dt="2024-01-29T07:34:38.107" v="5547"/>
          <ac:spMkLst>
            <pc:docMk/>
            <pc:sldMk cId="2357065850" sldId="263"/>
            <ac:spMk id="3" creationId="{D47444A4-972A-82CC-E648-F219128F2931}"/>
          </ac:spMkLst>
        </pc:spChg>
        <pc:spChg chg="add mod">
          <ac:chgData name="이승재" userId="1d7995c1-5f7c-4e08-b977-e3b2be4af101" providerId="ADAL" clId="{DD2E8E68-2158-431F-94C5-38CF21E30C52}" dt="2024-01-29T07:39:35.638" v="6444" actId="20577"/>
          <ac:spMkLst>
            <pc:docMk/>
            <pc:sldMk cId="2357065850" sldId="263"/>
            <ac:spMk id="9" creationId="{B94E9237-55AE-70EA-AD23-6800471C8B9A}"/>
          </ac:spMkLst>
        </pc:spChg>
        <pc:spChg chg="add">
          <ac:chgData name="이승재" userId="1d7995c1-5f7c-4e08-b977-e3b2be4af101" providerId="ADAL" clId="{DD2E8E68-2158-431F-94C5-38CF21E30C52}" dt="2024-01-29T07:34:41.013" v="5550" actId="26606"/>
          <ac:spMkLst>
            <pc:docMk/>
            <pc:sldMk cId="2357065850" sldId="263"/>
            <ac:spMk id="12" creationId="{131BAD53-4E89-4F62-BBB7-26359763ED39}"/>
          </ac:spMkLst>
        </pc:spChg>
        <pc:spChg chg="add">
          <ac:chgData name="이승재" userId="1d7995c1-5f7c-4e08-b977-e3b2be4af101" providerId="ADAL" clId="{DD2E8E68-2158-431F-94C5-38CF21E30C52}" dt="2024-01-29T07:34:41.013" v="5550" actId="26606"/>
          <ac:spMkLst>
            <pc:docMk/>
            <pc:sldMk cId="2357065850" sldId="263"/>
            <ac:spMk id="14" creationId="{62756DA2-40EB-4C6F-B962-5822FFB54FB6}"/>
          </ac:spMkLst>
        </pc:spChg>
        <pc:picChg chg="add mod">
          <ac:chgData name="이승재" userId="1d7995c1-5f7c-4e08-b977-e3b2be4af101" providerId="ADAL" clId="{DD2E8E68-2158-431F-94C5-38CF21E30C52}" dt="2024-01-29T07:34:41.013" v="5550" actId="26606"/>
          <ac:picMkLst>
            <pc:docMk/>
            <pc:sldMk cId="2357065850" sldId="263"/>
            <ac:picMk id="5" creationId="{A4C39F01-B1E3-229E-3133-F38503B10800}"/>
          </ac:picMkLst>
        </pc:picChg>
        <pc:cxnChg chg="add">
          <ac:chgData name="이승재" userId="1d7995c1-5f7c-4e08-b977-e3b2be4af101" providerId="ADAL" clId="{DD2E8E68-2158-431F-94C5-38CF21E30C52}" dt="2024-01-29T07:36:35.824" v="5977" actId="11529"/>
          <ac:cxnSpMkLst>
            <pc:docMk/>
            <pc:sldMk cId="2357065850" sldId="263"/>
            <ac:cxnSpMk id="7" creationId="{6EA3091A-027D-C4AF-72A8-1160F7B9ACBA}"/>
          </ac:cxnSpMkLst>
        </pc:cxnChg>
        <pc:cxnChg chg="add">
          <ac:chgData name="이승재" userId="1d7995c1-5f7c-4e08-b977-e3b2be4af101" providerId="ADAL" clId="{DD2E8E68-2158-431F-94C5-38CF21E30C52}" dt="2024-01-29T07:36:46.458" v="5978" actId="11529"/>
          <ac:cxnSpMkLst>
            <pc:docMk/>
            <pc:sldMk cId="2357065850" sldId="263"/>
            <ac:cxnSpMk id="10" creationId="{06DCA0BF-DC46-CD7E-0AD0-87DD7DB9D8E4}"/>
          </ac:cxnSpMkLst>
        </pc:cxnChg>
        <pc:cxnChg chg="add">
          <ac:chgData name="이승재" userId="1d7995c1-5f7c-4e08-b977-e3b2be4af101" providerId="ADAL" clId="{DD2E8E68-2158-431F-94C5-38CF21E30C52}" dt="2024-01-29T07:36:56.728" v="5979" actId="11529"/>
          <ac:cxnSpMkLst>
            <pc:docMk/>
            <pc:sldMk cId="2357065850" sldId="263"/>
            <ac:cxnSpMk id="13" creationId="{C4B68F9A-FFDD-85BE-5EB9-CAC3623606CE}"/>
          </ac:cxnSpMkLst>
        </pc:cxnChg>
        <pc:cxnChg chg="add">
          <ac:chgData name="이승재" userId="1d7995c1-5f7c-4e08-b977-e3b2be4af101" providerId="ADAL" clId="{DD2E8E68-2158-431F-94C5-38CF21E30C52}" dt="2024-01-29T07:37:06.277" v="5980" actId="11529"/>
          <ac:cxnSpMkLst>
            <pc:docMk/>
            <pc:sldMk cId="2357065850" sldId="263"/>
            <ac:cxnSpMk id="16" creationId="{379632D8-E985-B7EB-5230-21BACC98122B}"/>
          </ac:cxnSpMkLst>
        </pc:cxnChg>
      </pc:sldChg>
      <pc:sldChg chg="addSp delSp modSp new mod setBg">
        <pc:chgData name="이승재" userId="1d7995c1-5f7c-4e08-b977-e3b2be4af101" providerId="ADAL" clId="{DD2E8E68-2158-431F-94C5-38CF21E30C52}" dt="2024-01-29T07:55:37.768" v="6964" actId="11529"/>
        <pc:sldMkLst>
          <pc:docMk/>
          <pc:sldMk cId="3390054894" sldId="264"/>
        </pc:sldMkLst>
        <pc:spChg chg="mod">
          <ac:chgData name="이승재" userId="1d7995c1-5f7c-4e08-b977-e3b2be4af101" providerId="ADAL" clId="{DD2E8E68-2158-431F-94C5-38CF21E30C52}" dt="2024-01-29T07:49:54.313" v="6489" actId="26606"/>
          <ac:spMkLst>
            <pc:docMk/>
            <pc:sldMk cId="3390054894" sldId="264"/>
            <ac:spMk id="2" creationId="{4E5E0A87-C004-436D-2CF7-87833CB6A537}"/>
          </ac:spMkLst>
        </pc:spChg>
        <pc:spChg chg="del">
          <ac:chgData name="이승재" userId="1d7995c1-5f7c-4e08-b977-e3b2be4af101" providerId="ADAL" clId="{DD2E8E68-2158-431F-94C5-38CF21E30C52}" dt="2024-01-29T07:49:51.406" v="6486"/>
          <ac:spMkLst>
            <pc:docMk/>
            <pc:sldMk cId="3390054894" sldId="264"/>
            <ac:spMk id="3" creationId="{DED2D9CE-C935-179A-264E-AD3583DD1A3D}"/>
          </ac:spMkLst>
        </pc:spChg>
        <pc:spChg chg="add mod">
          <ac:chgData name="이승재" userId="1d7995c1-5f7c-4e08-b977-e3b2be4af101" providerId="ADAL" clId="{DD2E8E68-2158-431F-94C5-38CF21E30C52}" dt="2024-01-29T07:54:41.364" v="6959" actId="404"/>
          <ac:spMkLst>
            <pc:docMk/>
            <pc:sldMk cId="3390054894" sldId="264"/>
            <ac:spMk id="9" creationId="{3DE308BF-1466-5AB0-E0D7-A4ED3688AB4D}"/>
          </ac:spMkLst>
        </pc:spChg>
        <pc:spChg chg="add del">
          <ac:chgData name="이승재" userId="1d7995c1-5f7c-4e08-b977-e3b2be4af101" providerId="ADAL" clId="{DD2E8E68-2158-431F-94C5-38CF21E30C52}" dt="2024-01-29T07:53:45.994" v="6807" actId="26606"/>
          <ac:spMkLst>
            <pc:docMk/>
            <pc:sldMk cId="3390054894" sldId="264"/>
            <ac:spMk id="12" creationId="{F821940F-7A1D-4ACC-85B4-A932898ABB37}"/>
          </ac:spMkLst>
        </pc:spChg>
        <pc:spChg chg="add del">
          <ac:chgData name="이승재" userId="1d7995c1-5f7c-4e08-b977-e3b2be4af101" providerId="ADAL" clId="{DD2E8E68-2158-431F-94C5-38CF21E30C52}" dt="2024-01-29T07:53:45.994" v="6807" actId="26606"/>
          <ac:spMkLst>
            <pc:docMk/>
            <pc:sldMk cId="3390054894" sldId="264"/>
            <ac:spMk id="14" creationId="{16674508-81D3-48CF-96BF-7FC60EAA572A}"/>
          </ac:spMkLst>
        </pc:spChg>
        <pc:spChg chg="add">
          <ac:chgData name="이승재" userId="1d7995c1-5f7c-4e08-b977-e3b2be4af101" providerId="ADAL" clId="{DD2E8E68-2158-431F-94C5-38CF21E30C52}" dt="2024-01-29T07:53:45.994" v="6807" actId="26606"/>
          <ac:spMkLst>
            <pc:docMk/>
            <pc:sldMk cId="3390054894" sldId="264"/>
            <ac:spMk id="19" creationId="{F821940F-7A1D-4ACC-85B4-A932898ABB37}"/>
          </ac:spMkLst>
        </pc:spChg>
        <pc:spChg chg="add">
          <ac:chgData name="이승재" userId="1d7995c1-5f7c-4e08-b977-e3b2be4af101" providerId="ADAL" clId="{DD2E8E68-2158-431F-94C5-38CF21E30C52}" dt="2024-01-29T07:53:45.994" v="6807" actId="26606"/>
          <ac:spMkLst>
            <pc:docMk/>
            <pc:sldMk cId="3390054894" sldId="264"/>
            <ac:spMk id="21" creationId="{16674508-81D3-48CF-96BF-7FC60EAA572A}"/>
          </ac:spMkLst>
        </pc:spChg>
        <pc:picChg chg="add del mod">
          <ac:chgData name="이승재" userId="1d7995c1-5f7c-4e08-b977-e3b2be4af101" providerId="ADAL" clId="{DD2E8E68-2158-431F-94C5-38CF21E30C52}" dt="2024-01-29T07:53:42.739" v="6803" actId="478"/>
          <ac:picMkLst>
            <pc:docMk/>
            <pc:sldMk cId="3390054894" sldId="264"/>
            <ac:picMk id="5" creationId="{8BC45705-F515-941B-DA07-5543051B021C}"/>
          </ac:picMkLst>
        </pc:picChg>
        <pc:picChg chg="add mod">
          <ac:chgData name="이승재" userId="1d7995c1-5f7c-4e08-b977-e3b2be4af101" providerId="ADAL" clId="{DD2E8E68-2158-431F-94C5-38CF21E30C52}" dt="2024-01-29T07:53:45.994" v="6807" actId="26606"/>
          <ac:picMkLst>
            <pc:docMk/>
            <pc:sldMk cId="3390054894" sldId="264"/>
            <ac:picMk id="7" creationId="{29264DEF-41EC-4181-48FF-CCF4C4EC96DF}"/>
          </ac:picMkLst>
        </pc:picChg>
        <pc:cxnChg chg="add">
          <ac:chgData name="이승재" userId="1d7995c1-5f7c-4e08-b977-e3b2be4af101" providerId="ADAL" clId="{DD2E8E68-2158-431F-94C5-38CF21E30C52}" dt="2024-01-29T07:54:54.832" v="6960" actId="11529"/>
          <ac:cxnSpMkLst>
            <pc:docMk/>
            <pc:sldMk cId="3390054894" sldId="264"/>
            <ac:cxnSpMk id="10" creationId="{437929AF-7C7F-F538-6FAB-132A8634FFCC}"/>
          </ac:cxnSpMkLst>
        </pc:cxnChg>
        <pc:cxnChg chg="add">
          <ac:chgData name="이승재" userId="1d7995c1-5f7c-4e08-b977-e3b2be4af101" providerId="ADAL" clId="{DD2E8E68-2158-431F-94C5-38CF21E30C52}" dt="2024-01-29T07:55:04.432" v="6961" actId="11529"/>
          <ac:cxnSpMkLst>
            <pc:docMk/>
            <pc:sldMk cId="3390054894" sldId="264"/>
            <ac:cxnSpMk id="13" creationId="{85055FC4-7078-232A-E916-2FA83EC7F798}"/>
          </ac:cxnSpMkLst>
        </pc:cxnChg>
        <pc:cxnChg chg="add">
          <ac:chgData name="이승재" userId="1d7995c1-5f7c-4e08-b977-e3b2be4af101" providerId="ADAL" clId="{DD2E8E68-2158-431F-94C5-38CF21E30C52}" dt="2024-01-29T07:55:14.482" v="6962" actId="11529"/>
          <ac:cxnSpMkLst>
            <pc:docMk/>
            <pc:sldMk cId="3390054894" sldId="264"/>
            <ac:cxnSpMk id="16" creationId="{7D7E3D0E-3811-F796-D07E-57C360C1D688}"/>
          </ac:cxnSpMkLst>
        </pc:cxnChg>
        <pc:cxnChg chg="add">
          <ac:chgData name="이승재" userId="1d7995c1-5f7c-4e08-b977-e3b2be4af101" providerId="ADAL" clId="{DD2E8E68-2158-431F-94C5-38CF21E30C52}" dt="2024-01-29T07:55:26.317" v="6963" actId="11529"/>
          <ac:cxnSpMkLst>
            <pc:docMk/>
            <pc:sldMk cId="3390054894" sldId="264"/>
            <ac:cxnSpMk id="18" creationId="{6A65BED6-8847-C5D7-5776-08C67D815CD7}"/>
          </ac:cxnSpMkLst>
        </pc:cxnChg>
        <pc:cxnChg chg="add">
          <ac:chgData name="이승재" userId="1d7995c1-5f7c-4e08-b977-e3b2be4af101" providerId="ADAL" clId="{DD2E8E68-2158-431F-94C5-38CF21E30C52}" dt="2024-01-29T07:55:37.768" v="6964" actId="11529"/>
          <ac:cxnSpMkLst>
            <pc:docMk/>
            <pc:sldMk cId="3390054894" sldId="264"/>
            <ac:cxnSpMk id="22" creationId="{54B88070-0219-46C1-E7B0-6AA967AC7C2A}"/>
          </ac:cxnSpMkLst>
        </pc:cxnChg>
      </pc:sldChg>
      <pc:sldChg chg="delSp modSp new mod">
        <pc:chgData name="이승재" userId="1d7995c1-5f7c-4e08-b977-e3b2be4af101" providerId="ADAL" clId="{DD2E8E68-2158-431F-94C5-38CF21E30C52}" dt="2024-01-29T07:56:15.829" v="6969" actId="20577"/>
        <pc:sldMkLst>
          <pc:docMk/>
          <pc:sldMk cId="2258447379" sldId="265"/>
        </pc:sldMkLst>
        <pc:spChg chg="mod">
          <ac:chgData name="이승재" userId="1d7995c1-5f7c-4e08-b977-e3b2be4af101" providerId="ADAL" clId="{DD2E8E68-2158-431F-94C5-38CF21E30C52}" dt="2024-01-29T07:56:15.829" v="6969" actId="20577"/>
          <ac:spMkLst>
            <pc:docMk/>
            <pc:sldMk cId="2258447379" sldId="265"/>
            <ac:spMk id="2" creationId="{36BC40E6-72F4-FA87-90DB-55F05AFFDC68}"/>
          </ac:spMkLst>
        </pc:spChg>
        <pc:spChg chg="del">
          <ac:chgData name="이승재" userId="1d7995c1-5f7c-4e08-b977-e3b2be4af101" providerId="ADAL" clId="{DD2E8E68-2158-431F-94C5-38CF21E30C52}" dt="2024-01-29T07:56:13.386" v="6966" actId="478"/>
          <ac:spMkLst>
            <pc:docMk/>
            <pc:sldMk cId="2258447379" sldId="265"/>
            <ac:spMk id="3" creationId="{1507F111-25F2-6561-D1B0-037C1F12C828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0B320B5-879C-0798-36D7-95ECBF8231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15CCFEA5-0960-A15D-7ABB-0EB2E1F1BC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FF76FCC-2371-9DC6-CC5E-AE3E16A9AC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AD1B95-20CF-4B89-A714-42877F9730C0}" type="datetimeFigureOut">
              <a:rPr lang="ko-KR" altLang="en-US" smtClean="0"/>
              <a:t>2024-01-29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06481B9-3A83-6DB8-2F2C-454722B8FC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28B598D-6FCD-A40A-BBCB-75C87ECA16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A4B51C-D75B-4622-A955-F2472CFE00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312425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18AFB7-62D8-E5ED-12F6-49B435B45E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E56157D-C416-9B90-2B16-6444DDCD26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3E02685-2476-D580-8008-8A57F78D24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AD1B95-20CF-4B89-A714-42877F9730C0}" type="datetimeFigureOut">
              <a:rPr lang="ko-KR" altLang="en-US" smtClean="0"/>
              <a:t>2024-01-29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34FC0AA-ACF3-D4E1-0A65-B18C69C9C3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7FA18D5-6DED-8AB7-3569-671A52BC56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A4B51C-D75B-4622-A955-F2472CFE00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70556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B2F6685-021C-0E46-3A32-7C90EE677F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B461377-94FF-CEA5-DB3B-24B41258C0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C701F3C-4603-CE33-5E07-A969C33F1D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AD1B95-20CF-4B89-A714-42877F9730C0}" type="datetimeFigureOut">
              <a:rPr lang="ko-KR" altLang="en-US" smtClean="0"/>
              <a:t>2024-01-29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D3E35B1-EF4C-6327-0F01-569CF90DAB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60184A8-F858-138E-6715-61863E7C9D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A4B51C-D75B-4622-A955-F2472CFE00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5144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D83CE1C-18AE-CD7C-88BD-07C07CEA89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743EA98-28E8-F2F5-42D6-54E34CFE24A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33CC7AE-F968-BD67-AF95-E0F0691AD0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41B884A-C5C7-7938-CD21-3CFF6A60A1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AD1B95-20CF-4B89-A714-42877F9730C0}" type="datetimeFigureOut">
              <a:rPr lang="ko-KR" altLang="en-US" smtClean="0"/>
              <a:t>2024-01-29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9F00F93-99FA-9E93-D95D-E2E1371DF6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97DA519-F605-9DB7-AF9A-552864458F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A4B51C-D75B-4622-A955-F2472CFE00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729138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44C94C-EDD1-BF0C-44D1-D644EF0446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0A73214-805C-F026-BE2B-21A3B62034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77C4220-A0C3-24F1-D8EE-0FC256C260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71AF8F1-EE37-3680-8498-574A61FB592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2B3FE72B-0018-6B41-D8BD-D806038B0C5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C75F77C7-6433-1A38-AFA3-7C9E937C31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AD1B95-20CF-4B89-A714-42877F9730C0}" type="datetimeFigureOut">
              <a:rPr lang="ko-KR" altLang="en-US" smtClean="0"/>
              <a:t>2024-01-29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18A84952-3280-2CD9-5C0F-6222C19D37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AB433D32-00FC-14A7-C868-C2BF85F5F2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A4B51C-D75B-4622-A955-F2472CFE00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71416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3E526A1-E845-A43B-BEE3-DD907C9296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36B8C1B5-1770-3ACD-4132-9B393F03D3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AD1B95-20CF-4B89-A714-42877F9730C0}" type="datetimeFigureOut">
              <a:rPr lang="ko-KR" altLang="en-US" smtClean="0"/>
              <a:t>2024-01-29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58ADE87-026D-77A5-6957-C0A1FBDCBE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5443C36-5F03-48A3-93BE-8490AD2540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A4B51C-D75B-4622-A955-F2472CFE00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46480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7CFCFAE5-EF77-0A67-3195-2B4C5572A3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AD1B95-20CF-4B89-A714-42877F9730C0}" type="datetimeFigureOut">
              <a:rPr lang="ko-KR" altLang="en-US" smtClean="0"/>
              <a:t>2024-01-29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03C8909C-F008-06F6-8BA1-A2F3AF4948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8AE2220-1CA0-C855-0C07-2BBBE9F006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A4B51C-D75B-4622-A955-F2472CFE00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48571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7EA30E5-1376-EEC2-51AA-4512CE953C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4481F2B-8E77-F1AC-16A7-68265F7036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4BE2497-71B9-3772-2B58-2F5F3E47D3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D22EA0C-BD17-51E6-469E-3B07CB91CD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AD1B95-20CF-4B89-A714-42877F9730C0}" type="datetimeFigureOut">
              <a:rPr lang="ko-KR" altLang="en-US" smtClean="0"/>
              <a:t>2024-01-29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8A26E4D-5E41-1ACD-F196-AA177957EB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317A470-64E8-2CD0-5CBB-2EFAC658F6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A4B51C-D75B-4622-A955-F2472CFE00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025117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82AC62-93F2-4CEF-951E-1179ACFF8B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A4EE3719-90DA-99E6-4B15-E292BFF071A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65655E0-B9FB-77CA-4E05-80989E39FB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C5285A7-BBF5-2353-1609-C737FD4891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AD1B95-20CF-4B89-A714-42877F9730C0}" type="datetimeFigureOut">
              <a:rPr lang="ko-KR" altLang="en-US" smtClean="0"/>
              <a:t>2024-01-29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9AE775E-3BEA-C646-E657-873AAF1AC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4125688-BBDA-B0B6-1A4A-C002AAD619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A4B51C-D75B-4622-A955-F2472CFE00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5075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4C657C-E010-875F-8548-2210D5155F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014C17F-0FCF-EABC-1E4D-8212F58310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EC08402-6278-71F4-8838-67D2B83373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AD1B95-20CF-4B89-A714-42877F9730C0}" type="datetimeFigureOut">
              <a:rPr lang="ko-KR" altLang="en-US" smtClean="0"/>
              <a:t>2024-01-29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8AA59AC-EE7B-B587-8290-AD49062875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EB19DF2-9698-1378-BA38-702BDA918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A4B51C-D75B-4622-A955-F2472CFE00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3124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02B83AD2-B6F0-3081-0940-9BC1CF82EBA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B9836B9-7CED-4A9A-9537-7E3086C044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DE1D3FB-C91D-ADF8-FB93-5B08BD7D8D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AD1B95-20CF-4B89-A714-42877F9730C0}" type="datetimeFigureOut">
              <a:rPr lang="ko-KR" altLang="en-US" smtClean="0"/>
              <a:t>2024-01-29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E259052-41C7-6A55-272D-1536241C89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BE03132-3B6F-031B-DA9A-53A6A892A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A4B51C-D75B-4622-A955-F2472CFE00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701901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2458CBA4-F641-83DD-2329-C1B06E679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89D378A-9CF3-9868-DB33-2C791FE700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FB79443-57F1-6271-171A-6F971EA6802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AD1B95-20CF-4B89-A714-42877F9730C0}" type="datetimeFigureOut">
              <a:rPr lang="ko-KR" altLang="en-US" smtClean="0"/>
              <a:t>2024-01-29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BB929C6-1C6C-70FC-71FD-D8AEF78E474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F584DFD-594C-BA40-33C3-6681819741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A4B51C-D75B-4622-A955-F2472CFE00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25874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CA0C0D-CEA4-D1AA-737F-2A74F9D1DA8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상품권 배분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6B282C5B-5F2B-7E2A-2E41-B4FB2ED6FCD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tree, sort, binary search, </a:t>
            </a:r>
            <a:r>
              <a:rPr lang="ko-KR" altLang="en-US" dirty="0"/>
              <a:t>믿음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5470A69-23F9-F5B2-20AF-AE77AA7ADE72}"/>
              </a:ext>
            </a:extLst>
          </p:cNvPr>
          <p:cNvSpPr txBox="1"/>
          <p:nvPr/>
        </p:nvSpPr>
        <p:spPr>
          <a:xfrm>
            <a:off x="9831898" y="6308521"/>
            <a:ext cx="21611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2024-02-05 </a:t>
            </a:r>
            <a:r>
              <a:rPr lang="ko-KR" altLang="en-US" dirty="0"/>
              <a:t>이승재</a:t>
            </a:r>
          </a:p>
        </p:txBody>
      </p:sp>
    </p:spTree>
    <p:extLst>
      <p:ext uri="{BB962C8B-B14F-4D97-AF65-F5344CB8AC3E}">
        <p14:creationId xmlns:p14="http://schemas.microsoft.com/office/powerpoint/2010/main" val="17703456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43" name="Slide Background">
            <a:extLst>
              <a:ext uri="{FF2B5EF4-FFF2-40B4-BE49-F238E27FC236}">
                <a16:creationId xmlns:a16="http://schemas.microsoft.com/office/drawing/2014/main" id="{649C91A9-84E7-4BF0-9026-62F01380D8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4FE1B28D-D0E2-2E40-9954-4D14422FD0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2" y="762001"/>
            <a:ext cx="4080362" cy="1708242"/>
          </a:xfrm>
        </p:spPr>
        <p:txBody>
          <a:bodyPr anchor="ctr">
            <a:normAutofit/>
          </a:bodyPr>
          <a:lstStyle/>
          <a:p>
            <a:r>
              <a:rPr lang="ko-KR" altLang="en-US" sz="4000"/>
              <a:t>문제 소개</a:t>
            </a:r>
          </a:p>
        </p:txBody>
      </p:sp>
      <p:sp>
        <p:nvSpPr>
          <p:cNvPr id="1044" name="Content Placeholder 1029">
            <a:extLst>
              <a:ext uri="{FF2B5EF4-FFF2-40B4-BE49-F238E27FC236}">
                <a16:creationId xmlns:a16="http://schemas.microsoft.com/office/drawing/2014/main" id="{B24AF05B-92A9-7FBC-D7A9-F778766832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3" y="2470244"/>
            <a:ext cx="4080361" cy="3769834"/>
          </a:xfrm>
        </p:spPr>
        <p:txBody>
          <a:bodyPr anchor="ctr">
            <a:normAutofit/>
          </a:bodyPr>
          <a:lstStyle/>
          <a:p>
            <a:r>
              <a:rPr lang="ko-KR" altLang="en-US" sz="2000" dirty="0"/>
              <a:t>트리가 여러 개 주어진다</a:t>
            </a:r>
            <a:r>
              <a:rPr lang="en-US" altLang="ko-KR" sz="2000" dirty="0"/>
              <a:t>. </a:t>
            </a:r>
            <a:r>
              <a:rPr lang="ko-KR" altLang="en-US" sz="2000" dirty="0"/>
              <a:t>각 노드에는 인원수가 있다</a:t>
            </a:r>
            <a:r>
              <a:rPr lang="en-US" altLang="ko-KR" sz="2000" dirty="0"/>
              <a:t>. (forest</a:t>
            </a:r>
            <a:r>
              <a:rPr lang="ko-KR" altLang="en-US" sz="2000" dirty="0"/>
              <a:t>가 주어진다</a:t>
            </a:r>
            <a:r>
              <a:rPr lang="en-US" altLang="ko-KR" sz="2000" dirty="0"/>
              <a:t>.)</a:t>
            </a:r>
          </a:p>
          <a:p>
            <a:r>
              <a:rPr lang="ko-KR" altLang="en-US" sz="2000" dirty="0"/>
              <a:t>트리에서 노드 추가</a:t>
            </a:r>
            <a:r>
              <a:rPr lang="en-US" altLang="ko-KR" sz="2000" dirty="0"/>
              <a:t>, </a:t>
            </a:r>
            <a:r>
              <a:rPr lang="ko-KR" altLang="en-US" sz="2000" dirty="0"/>
              <a:t>제거 연산</a:t>
            </a:r>
            <a:endParaRPr lang="en-US" altLang="ko-KR" sz="2000" dirty="0"/>
          </a:p>
          <a:p>
            <a:r>
              <a:rPr lang="ko-KR" altLang="en-US" sz="2000" dirty="0"/>
              <a:t>각 트리의 인원수를 구하여</a:t>
            </a:r>
            <a:r>
              <a:rPr lang="en-US" altLang="ko-KR" sz="2000" dirty="0"/>
              <a:t> </a:t>
            </a:r>
            <a:r>
              <a:rPr lang="ko-KR" altLang="en-US" sz="2000" dirty="0"/>
              <a:t>상품권을 분배하자</a:t>
            </a:r>
            <a:r>
              <a:rPr lang="en-US" altLang="ko-KR" sz="2000" dirty="0"/>
              <a:t>.</a:t>
            </a:r>
          </a:p>
          <a:p>
            <a:r>
              <a:rPr lang="ko-KR" altLang="en-US" sz="2000" dirty="0"/>
              <a:t>각 트리마다 </a:t>
            </a:r>
            <a:r>
              <a:rPr lang="en-US" altLang="ko-KR" sz="2000" dirty="0"/>
              <a:t>min(L, </a:t>
            </a:r>
            <a:r>
              <a:rPr lang="ko-KR" altLang="en-US" sz="2000" dirty="0"/>
              <a:t>트리의 크기</a:t>
            </a:r>
            <a:r>
              <a:rPr lang="en-US" altLang="ko-KR" sz="2000" dirty="0"/>
              <a:t>) </a:t>
            </a:r>
            <a:r>
              <a:rPr lang="ko-KR" altLang="en-US" sz="2000" dirty="0"/>
              <a:t>만큼 상품권을 분배</a:t>
            </a:r>
            <a:endParaRPr lang="en-US" altLang="ko-KR" sz="2000" dirty="0"/>
          </a:p>
          <a:p>
            <a:r>
              <a:rPr lang="ko-KR" altLang="en-US" sz="2000" dirty="0"/>
              <a:t>가장 큰 트리에 분배한 상품권은 몇 개인가</a:t>
            </a:r>
            <a:r>
              <a:rPr lang="en-US" altLang="ko-KR" sz="2000" dirty="0"/>
              <a:t>?</a:t>
            </a:r>
          </a:p>
        </p:txBody>
      </p:sp>
      <p:sp>
        <p:nvSpPr>
          <p:cNvPr id="1045" name="Rectangle 1034">
            <a:extLst>
              <a:ext uri="{FF2B5EF4-FFF2-40B4-BE49-F238E27FC236}">
                <a16:creationId xmlns:a16="http://schemas.microsoft.com/office/drawing/2014/main" id="{9B47378D-AD27-45D0-8C1C-5B1098DCC0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10200" y="0"/>
            <a:ext cx="678179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77800" dist="215900" dir="8520000" sx="94000" sy="94000" algn="t" rotWithShape="0">
              <a:srgbClr val="000000">
                <a:alpha val="1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텍스트, 도표, 스크린샷, 라인이(가) 표시된 사진&#10;&#10;자동 생성된 설명">
            <a:extLst>
              <a:ext uri="{FF2B5EF4-FFF2-40B4-BE49-F238E27FC236}">
                <a16:creationId xmlns:a16="http://schemas.microsoft.com/office/drawing/2014/main" id="{E9965314-FE9A-058E-18FA-8ED8B74E54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096000" y="1746268"/>
            <a:ext cx="5334197" cy="33654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319415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6E0C5BF-C657-F1DE-5B3E-CD9A9391D9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문제 소개 </a:t>
            </a:r>
            <a:r>
              <a:rPr lang="en-US" altLang="ko-KR" dirty="0"/>
              <a:t>– </a:t>
            </a:r>
            <a:r>
              <a:rPr lang="en-US" altLang="ko-KR" dirty="0" err="1"/>
              <a:t>init</a:t>
            </a:r>
            <a:r>
              <a:rPr lang="en-US" altLang="ko-KR" dirty="0"/>
              <a:t>,</a:t>
            </a:r>
            <a:r>
              <a:rPr lang="ko-KR" altLang="en-US" dirty="0"/>
              <a:t> </a:t>
            </a:r>
            <a:r>
              <a:rPr lang="en-US" altLang="ko-KR" dirty="0"/>
              <a:t>add</a:t>
            </a:r>
            <a:endParaRPr lang="ko-KR" altLang="en-US" dirty="0"/>
          </a:p>
        </p:txBody>
      </p:sp>
      <p:graphicFrame>
        <p:nvGraphicFramePr>
          <p:cNvPr id="4" name="내용 개체 틀 3">
            <a:extLst>
              <a:ext uri="{FF2B5EF4-FFF2-40B4-BE49-F238E27FC236}">
                <a16:creationId xmlns:a16="http://schemas.microsoft.com/office/drawing/2014/main" id="{13DC7ED1-0494-C90F-8AC2-57F9D5EB5F5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32105162"/>
              </p:ext>
            </p:extLst>
          </p:nvPr>
        </p:nvGraphicFramePr>
        <p:xfrm>
          <a:off x="838200" y="1825624"/>
          <a:ext cx="10515600" cy="42864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3975383415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577877341"/>
                    </a:ext>
                  </a:extLst>
                </a:gridCol>
              </a:tblGrid>
              <a:tr h="62881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void </a:t>
                      </a:r>
                      <a:r>
                        <a:rPr lang="en-US" altLang="ko-KR" dirty="0" err="1"/>
                        <a:t>init</a:t>
                      </a:r>
                      <a:r>
                        <a:rPr lang="en-US" altLang="ko-KR" dirty="0"/>
                        <a:t>(int n, int id[], int num[])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int add(int id, int num, int par)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3071766"/>
                  </a:ext>
                </a:extLst>
              </a:tr>
              <a:tr h="3040568">
                <a:tc>
                  <a:txBody>
                    <a:bodyPr/>
                    <a:lstStyle/>
                    <a:p>
                      <a:pPr marL="342900" indent="-342900" latinLnBrk="1">
                        <a:buAutoNum type="arabicPeriod"/>
                      </a:pPr>
                      <a:r>
                        <a:rPr lang="ko-KR" altLang="en-US" dirty="0"/>
                        <a:t>각 </a:t>
                      </a:r>
                      <a:r>
                        <a:rPr lang="en-US" altLang="ko-KR" dirty="0"/>
                        <a:t>TC</a:t>
                      </a:r>
                      <a:r>
                        <a:rPr lang="ko-KR" altLang="en-US" dirty="0"/>
                        <a:t>처음에 호출된다</a:t>
                      </a:r>
                      <a:r>
                        <a:rPr lang="en-US" altLang="ko-KR" dirty="0"/>
                        <a:t>.</a:t>
                      </a:r>
                    </a:p>
                    <a:p>
                      <a:pPr marL="342900" indent="-342900" latinLnBrk="1">
                        <a:buAutoNum type="arabicPeriod"/>
                      </a:pPr>
                      <a:r>
                        <a:rPr lang="ko-KR" altLang="en-US" dirty="0"/>
                        <a:t>각 트리에 대한</a:t>
                      </a:r>
                      <a:r>
                        <a:rPr lang="en-US" altLang="ko-KR" dirty="0"/>
                        <a:t>, root</a:t>
                      </a:r>
                      <a:r>
                        <a:rPr lang="ko-KR" altLang="en-US" dirty="0"/>
                        <a:t>노드의 </a:t>
                      </a:r>
                      <a:r>
                        <a:rPr lang="en-US" altLang="ko-KR" dirty="0"/>
                        <a:t>id</a:t>
                      </a:r>
                      <a:r>
                        <a:rPr lang="ko-KR" altLang="en-US" dirty="0"/>
                        <a:t>와 인원수가 주어진다</a:t>
                      </a:r>
                      <a:r>
                        <a:rPr lang="en-US" altLang="ko-KR" dirty="0"/>
                        <a:t>.</a:t>
                      </a:r>
                    </a:p>
                    <a:p>
                      <a:pPr marL="0" indent="0" latinLnBrk="1">
                        <a:buNone/>
                      </a:pPr>
                      <a:r>
                        <a:rPr lang="en-US" altLang="ko-KR" dirty="0"/>
                        <a:t>parameters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3 </a:t>
                      </a:r>
                      <a:r>
                        <a:rPr lang="ko-KR" altLang="en-US" dirty="0"/>
                        <a:t>≤ 트리의 개수 ≤ </a:t>
                      </a:r>
                      <a:r>
                        <a:rPr lang="en-US" altLang="ko-KR" dirty="0"/>
                        <a:t>1,000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1 </a:t>
                      </a:r>
                      <a:r>
                        <a:rPr lang="ko-KR" altLang="en-US" dirty="0"/>
                        <a:t>≤ 노드의 </a:t>
                      </a:r>
                      <a:r>
                        <a:rPr lang="en-US" altLang="ko-KR" dirty="0"/>
                        <a:t>id </a:t>
                      </a:r>
                      <a:r>
                        <a:rPr lang="ko-KR" altLang="en-US" dirty="0"/>
                        <a:t>≤ </a:t>
                      </a:r>
                      <a:r>
                        <a:rPr lang="en-US" altLang="ko-KR" dirty="0"/>
                        <a:t>1,000,000,000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1 </a:t>
                      </a:r>
                      <a:r>
                        <a:rPr lang="ko-KR" altLang="en-US" dirty="0"/>
                        <a:t>≤ 노드의 인원수 ≤ </a:t>
                      </a:r>
                      <a:r>
                        <a:rPr lang="en-US" altLang="ko-KR" dirty="0"/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1. </a:t>
                      </a:r>
                      <a:r>
                        <a:rPr lang="ko-KR" altLang="en-US" dirty="0"/>
                        <a:t>트리에 새로운 노드 하나를 추가한다</a:t>
                      </a:r>
                      <a:r>
                        <a:rPr lang="en-US" altLang="ko-KR" dirty="0"/>
                        <a:t>.</a:t>
                      </a:r>
                    </a:p>
                    <a:p>
                      <a:pPr latinLnBrk="1"/>
                      <a:r>
                        <a:rPr lang="en-US" altLang="ko-KR" dirty="0"/>
                        <a:t>2. </a:t>
                      </a:r>
                      <a:r>
                        <a:rPr lang="ko-KR" altLang="en-US" dirty="0"/>
                        <a:t>노드의 </a:t>
                      </a:r>
                      <a:r>
                        <a:rPr lang="en-US" altLang="ko-KR" dirty="0"/>
                        <a:t>id, </a:t>
                      </a:r>
                      <a:r>
                        <a:rPr lang="ko-KR" altLang="en-US" dirty="0"/>
                        <a:t>인원수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부모 노드가 주어진다</a:t>
                      </a:r>
                      <a:r>
                        <a:rPr lang="en-US" altLang="ko-KR" dirty="0"/>
                        <a:t>.</a:t>
                      </a:r>
                    </a:p>
                    <a:p>
                      <a:pPr latinLnBrk="1"/>
                      <a:r>
                        <a:rPr lang="en-US" altLang="ko-KR" dirty="0"/>
                        <a:t>3. par</a:t>
                      </a:r>
                      <a:r>
                        <a:rPr lang="ko-KR" altLang="en-US" dirty="0"/>
                        <a:t>노드의 자식 노드가 </a:t>
                      </a:r>
                      <a:r>
                        <a:rPr lang="en-US" altLang="ko-KR" dirty="0"/>
                        <a:t>3</a:t>
                      </a:r>
                      <a:r>
                        <a:rPr lang="ko-KR" altLang="en-US" dirty="0"/>
                        <a:t>개 이상이라면 추가하지 않는다</a:t>
                      </a:r>
                      <a:r>
                        <a:rPr lang="en-US" altLang="ko-KR" dirty="0"/>
                        <a:t>.</a:t>
                      </a:r>
                    </a:p>
                    <a:p>
                      <a:pPr latinLnBrk="1"/>
                      <a:r>
                        <a:rPr lang="en-US" altLang="ko-KR" dirty="0"/>
                        <a:t>4. id</a:t>
                      </a:r>
                      <a:r>
                        <a:rPr lang="ko-KR" altLang="en-US" dirty="0"/>
                        <a:t>는 존재하는 노드가 아니며</a:t>
                      </a:r>
                      <a:r>
                        <a:rPr lang="en-US" altLang="ko-KR" dirty="0"/>
                        <a:t>, par</a:t>
                      </a:r>
                      <a:r>
                        <a:rPr lang="ko-KR" altLang="en-US" dirty="0"/>
                        <a:t>는 존재하는 노드이다</a:t>
                      </a:r>
                      <a:r>
                        <a:rPr lang="en-US" altLang="ko-KR" dirty="0"/>
                        <a:t>.</a:t>
                      </a:r>
                    </a:p>
                    <a:p>
                      <a:pPr latinLnBrk="1"/>
                      <a:r>
                        <a:rPr lang="en-US" altLang="ko-KR" dirty="0"/>
                        <a:t>5. </a:t>
                      </a:r>
                      <a:r>
                        <a:rPr lang="ko-KR" altLang="en-US" dirty="0"/>
                        <a:t>추가에 실패하면 </a:t>
                      </a:r>
                      <a:r>
                        <a:rPr lang="en-US" altLang="ko-KR" dirty="0"/>
                        <a:t>-1</a:t>
                      </a:r>
                      <a:r>
                        <a:rPr lang="ko-KR" altLang="en-US" dirty="0"/>
                        <a:t>을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성공할 경우 </a:t>
                      </a:r>
                      <a:r>
                        <a:rPr lang="en-US" altLang="ko-KR" dirty="0"/>
                        <a:t>par</a:t>
                      </a:r>
                      <a:r>
                        <a:rPr lang="ko-KR" altLang="en-US" dirty="0"/>
                        <a:t>를 루트로 하는 서브 트리의 총 인원수를 반환한다</a:t>
                      </a:r>
                      <a:r>
                        <a:rPr lang="en-US" altLang="ko-KR" dirty="0"/>
                        <a:t>.</a:t>
                      </a:r>
                    </a:p>
                    <a:p>
                      <a:pPr latinLnBrk="1"/>
                      <a:r>
                        <a:rPr lang="en-US" altLang="ko-KR" dirty="0"/>
                        <a:t>6. add</a:t>
                      </a:r>
                      <a:r>
                        <a:rPr lang="ko-KR" altLang="en-US" dirty="0"/>
                        <a:t>함수의 호출 횟수는 </a:t>
                      </a:r>
                      <a:r>
                        <a:rPr lang="en-US" altLang="ko-KR" dirty="0"/>
                        <a:t>17,000 </a:t>
                      </a:r>
                      <a:r>
                        <a:rPr lang="ko-KR" altLang="en-US" dirty="0"/>
                        <a:t>이하이다</a:t>
                      </a:r>
                      <a:r>
                        <a:rPr lang="en-US" altLang="ko-KR" dirty="0"/>
                        <a:t>.</a:t>
                      </a:r>
                    </a:p>
                    <a:p>
                      <a:pPr latinLnBrk="1"/>
                      <a:r>
                        <a:rPr lang="en-US" altLang="ko-KR" dirty="0"/>
                        <a:t>parameters</a:t>
                      </a:r>
                    </a:p>
                    <a:p>
                      <a:pPr latinLnBrk="1"/>
                      <a:r>
                        <a:rPr lang="en-US" altLang="ko-KR" dirty="0"/>
                        <a:t>1 </a:t>
                      </a:r>
                      <a:r>
                        <a:rPr lang="ko-KR" altLang="en-US" dirty="0"/>
                        <a:t>≤ </a:t>
                      </a:r>
                      <a:r>
                        <a:rPr lang="en-US" altLang="ko-KR" dirty="0"/>
                        <a:t>id </a:t>
                      </a:r>
                      <a:r>
                        <a:rPr lang="ko-KR" altLang="en-US" dirty="0"/>
                        <a:t>≤ </a:t>
                      </a:r>
                      <a:r>
                        <a:rPr lang="en-US" altLang="ko-KR" dirty="0"/>
                        <a:t>1,000,000,000</a:t>
                      </a:r>
                    </a:p>
                    <a:p>
                      <a:pPr latinLnBrk="1"/>
                      <a:r>
                        <a:rPr lang="en-US" altLang="ko-KR" dirty="0"/>
                        <a:t>1 </a:t>
                      </a:r>
                      <a:r>
                        <a:rPr lang="ko-KR" altLang="en-US" dirty="0"/>
                        <a:t>≤ 노드의 인원수 ≤ </a:t>
                      </a:r>
                      <a:r>
                        <a:rPr lang="en-US" altLang="ko-KR" dirty="0"/>
                        <a:t>100</a:t>
                      </a:r>
                    </a:p>
                    <a:p>
                      <a:pPr latinLnBrk="1"/>
                      <a:r>
                        <a:rPr lang="en-US" altLang="ko-KR" dirty="0"/>
                        <a:t>1 </a:t>
                      </a:r>
                      <a:r>
                        <a:rPr lang="ko-KR" altLang="en-US" dirty="0"/>
                        <a:t>≤ </a:t>
                      </a:r>
                      <a:r>
                        <a:rPr lang="en-US" altLang="ko-KR" dirty="0"/>
                        <a:t>par </a:t>
                      </a:r>
                      <a:r>
                        <a:rPr lang="ko-KR" altLang="en-US" dirty="0"/>
                        <a:t>≤ </a:t>
                      </a:r>
                      <a:r>
                        <a:rPr lang="en-US" altLang="ko-KR" dirty="0"/>
                        <a:t>1,000,000,000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57251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098191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6BA134E-410E-CE12-1334-8599DD9FC9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문제 소개 </a:t>
            </a:r>
            <a:r>
              <a:rPr lang="en-US" altLang="ko-KR" dirty="0"/>
              <a:t>– remove, distribute</a:t>
            </a:r>
            <a:endParaRPr lang="ko-KR" altLang="en-US" dirty="0"/>
          </a:p>
        </p:txBody>
      </p:sp>
      <p:graphicFrame>
        <p:nvGraphicFramePr>
          <p:cNvPr id="4" name="내용 개체 틀 3">
            <a:extLst>
              <a:ext uri="{FF2B5EF4-FFF2-40B4-BE49-F238E27FC236}">
                <a16:creationId xmlns:a16="http://schemas.microsoft.com/office/drawing/2014/main" id="{713BDAC5-9E63-5CBE-5F1E-52552BA6F48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62483634"/>
              </p:ext>
            </p:extLst>
          </p:nvPr>
        </p:nvGraphicFramePr>
        <p:xfrm>
          <a:off x="838200" y="1957137"/>
          <a:ext cx="10515600" cy="367849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554832591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998110089"/>
                    </a:ext>
                  </a:extLst>
                </a:gridCol>
              </a:tblGrid>
              <a:tr h="52938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int remove(int id)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int distribute(int K)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6755190"/>
                  </a:ext>
                </a:extLst>
              </a:tr>
              <a:tr h="3149104">
                <a:tc>
                  <a:txBody>
                    <a:bodyPr/>
                    <a:lstStyle/>
                    <a:p>
                      <a:pPr marL="342900" indent="-342900" latinLnBrk="1">
                        <a:buAutoNum type="arabicPeriod"/>
                      </a:pPr>
                      <a:r>
                        <a:rPr lang="en-US" altLang="ko-KR" dirty="0"/>
                        <a:t>id</a:t>
                      </a:r>
                      <a:r>
                        <a:rPr lang="ko-KR" altLang="en-US" dirty="0"/>
                        <a:t>가 주어지면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해당 노드를 루트로 하는 서브 트리를 제거한다</a:t>
                      </a:r>
                      <a:r>
                        <a:rPr lang="en-US" altLang="ko-KR" dirty="0"/>
                        <a:t>.</a:t>
                      </a:r>
                    </a:p>
                    <a:p>
                      <a:pPr marL="342900" indent="-342900" latinLnBrk="1">
                        <a:buAutoNum type="arabicPeriod"/>
                      </a:pPr>
                      <a:r>
                        <a:rPr lang="ko-KR" altLang="en-US" dirty="0"/>
                        <a:t>루트 노드가 주어지는 경우는 없다</a:t>
                      </a:r>
                      <a:r>
                        <a:rPr lang="en-US" altLang="ko-KR" dirty="0"/>
                        <a:t>.</a:t>
                      </a:r>
                    </a:p>
                    <a:p>
                      <a:pPr marL="342900" indent="-342900" latinLnBrk="1">
                        <a:buAutoNum type="arabicPeriod"/>
                      </a:pPr>
                      <a:r>
                        <a:rPr lang="en-US" altLang="ko-KR" dirty="0"/>
                        <a:t>id</a:t>
                      </a:r>
                      <a:r>
                        <a:rPr lang="ko-KR" altLang="en-US" dirty="0"/>
                        <a:t>가 존재하지 않을 경우 </a:t>
                      </a:r>
                      <a:r>
                        <a:rPr lang="en-US" altLang="ko-KR" dirty="0"/>
                        <a:t>-1</a:t>
                      </a:r>
                      <a:r>
                        <a:rPr lang="ko-KR" altLang="en-US" dirty="0"/>
                        <a:t>을 반환한다</a:t>
                      </a:r>
                      <a:r>
                        <a:rPr lang="en-US" altLang="ko-KR" dirty="0"/>
                        <a:t>.</a:t>
                      </a:r>
                    </a:p>
                    <a:p>
                      <a:pPr marL="342900" marR="0" lvl="0" indent="-3429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en-US" altLang="ko-KR" dirty="0"/>
                        <a:t>id</a:t>
                      </a:r>
                      <a:r>
                        <a:rPr lang="ko-KR" altLang="en-US" dirty="0"/>
                        <a:t>가 존재하면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해당 노드를 루트로 하는 서브 트리의 인원수 총 합을 반환한다</a:t>
                      </a:r>
                      <a:r>
                        <a:rPr lang="en-US" altLang="ko-KR" dirty="0"/>
                        <a:t>.</a:t>
                      </a:r>
                    </a:p>
                    <a:p>
                      <a:pPr marL="342900" marR="0" lvl="0" indent="-3429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en-US" altLang="ko-KR" dirty="0"/>
                        <a:t> </a:t>
                      </a:r>
                      <a:r>
                        <a:rPr lang="ko-KR" altLang="en-US" dirty="0"/>
                        <a:t>총 호출 횟수는 </a:t>
                      </a:r>
                      <a:r>
                        <a:rPr lang="en-US" altLang="ko-KR" dirty="0"/>
                        <a:t>2,000 </a:t>
                      </a:r>
                      <a:r>
                        <a:rPr lang="ko-KR" altLang="en-US" dirty="0"/>
                        <a:t>이하이다</a:t>
                      </a:r>
                      <a:r>
                        <a:rPr lang="en-US" altLang="ko-KR" dirty="0"/>
                        <a:t>.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parameters</a:t>
                      </a:r>
                    </a:p>
                    <a:p>
                      <a:pPr marL="0" indent="0" latinLnBrk="1">
                        <a:buNone/>
                      </a:pPr>
                      <a:r>
                        <a:rPr lang="en-US" altLang="ko-KR" dirty="0"/>
                        <a:t>1 </a:t>
                      </a:r>
                      <a:r>
                        <a:rPr lang="ko-KR" altLang="en-US" dirty="0"/>
                        <a:t>≤ </a:t>
                      </a:r>
                      <a:r>
                        <a:rPr lang="en-US" altLang="ko-KR" dirty="0"/>
                        <a:t>id </a:t>
                      </a:r>
                      <a:r>
                        <a:rPr lang="ko-KR" altLang="en-US" dirty="0"/>
                        <a:t>≤ </a:t>
                      </a:r>
                      <a:r>
                        <a:rPr lang="en-US" altLang="ko-KR" dirty="0"/>
                        <a:t>1,000,000,000</a:t>
                      </a:r>
                    </a:p>
                    <a:p>
                      <a:pPr marL="0" indent="0" latinLnBrk="1">
                        <a:buNone/>
                      </a:pP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indent="-342900" latinLnBrk="1">
                        <a:buAutoNum type="arabicPeriod"/>
                      </a:pPr>
                      <a:r>
                        <a:rPr lang="ko-KR" altLang="en-US" dirty="0"/>
                        <a:t>총 </a:t>
                      </a:r>
                      <a:r>
                        <a:rPr lang="en-US" altLang="ko-KR" dirty="0"/>
                        <a:t>K</a:t>
                      </a:r>
                      <a:r>
                        <a:rPr lang="ko-KR" altLang="en-US" dirty="0"/>
                        <a:t>개의 상품권을 분배한다</a:t>
                      </a:r>
                      <a:r>
                        <a:rPr lang="en-US" altLang="ko-KR" dirty="0"/>
                        <a:t>.</a:t>
                      </a:r>
                    </a:p>
                    <a:p>
                      <a:pPr marL="342900" indent="-342900" latinLnBrk="1">
                        <a:buAutoNum type="arabicPeriod"/>
                      </a:pPr>
                      <a:r>
                        <a:rPr lang="ko-KR" altLang="en-US" dirty="0"/>
                        <a:t>각 트리마다 배분된 상품권 개수 중에서 가장 큰 값을 반환한다</a:t>
                      </a:r>
                      <a:r>
                        <a:rPr lang="en-US" altLang="ko-KR" dirty="0"/>
                        <a:t>.</a:t>
                      </a:r>
                    </a:p>
                    <a:p>
                      <a:pPr marL="342900" indent="-342900" latinLnBrk="1">
                        <a:buAutoNum type="arabicPeriod"/>
                      </a:pPr>
                      <a:r>
                        <a:rPr lang="ko-KR" altLang="en-US" dirty="0"/>
                        <a:t>총 호출 횟수는 </a:t>
                      </a:r>
                      <a:r>
                        <a:rPr lang="en-US" altLang="ko-KR" dirty="0"/>
                        <a:t>1,000 </a:t>
                      </a:r>
                      <a:r>
                        <a:rPr lang="ko-KR" altLang="en-US" dirty="0"/>
                        <a:t>이하이다</a:t>
                      </a:r>
                      <a:r>
                        <a:rPr lang="en-US" altLang="ko-KR" dirty="0"/>
                        <a:t>.</a:t>
                      </a:r>
                    </a:p>
                    <a:p>
                      <a:pPr marL="0" indent="0" latinLnBrk="1">
                        <a:buNone/>
                      </a:pPr>
                      <a:r>
                        <a:rPr lang="en-US" altLang="ko-KR" dirty="0"/>
                        <a:t>parameters</a:t>
                      </a:r>
                    </a:p>
                    <a:p>
                      <a:pPr marL="0" indent="0" latinLnBrk="1">
                        <a:buNone/>
                      </a:pPr>
                      <a:r>
                        <a:rPr lang="en-US" altLang="ko-KR" dirty="0"/>
                        <a:t>N </a:t>
                      </a:r>
                      <a:r>
                        <a:rPr lang="ko-KR" altLang="en-US" dirty="0"/>
                        <a:t>≤ </a:t>
                      </a:r>
                      <a:r>
                        <a:rPr lang="en-US" altLang="ko-KR" dirty="0"/>
                        <a:t>K </a:t>
                      </a:r>
                      <a:r>
                        <a:rPr lang="ko-KR" altLang="en-US" dirty="0"/>
                        <a:t>≤</a:t>
                      </a:r>
                      <a:r>
                        <a:rPr lang="en-US" altLang="ko-KR" dirty="0"/>
                        <a:t> 800,000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35360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474405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7564DDB-FFE9-0D1D-AB20-7ECAFE4BD5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문제 접근 </a:t>
            </a:r>
            <a:r>
              <a:rPr lang="en-US" altLang="ko-KR" dirty="0"/>
              <a:t>– </a:t>
            </a:r>
            <a:r>
              <a:rPr lang="ko-KR" altLang="en-US" dirty="0"/>
              <a:t>문제 분리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3089117-03D6-ECE3-59A1-6289CD336D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이 문제는 크게 </a:t>
            </a:r>
            <a:r>
              <a:rPr lang="en-US" altLang="ko-KR" dirty="0"/>
              <a:t>2</a:t>
            </a:r>
            <a:r>
              <a:rPr lang="ko-KR" altLang="en-US" dirty="0"/>
              <a:t>개의 문제로 분리될 수 있다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/>
              <a:t>1. </a:t>
            </a:r>
            <a:r>
              <a:rPr lang="ko-KR" altLang="en-US" dirty="0"/>
              <a:t>서브 트리에서 총 인원수의 합을 유지하는 문제</a:t>
            </a:r>
            <a:endParaRPr lang="en-US" altLang="ko-KR" dirty="0"/>
          </a:p>
          <a:p>
            <a:pPr lvl="1"/>
            <a:r>
              <a:rPr lang="en-US" altLang="ko-KR" dirty="0"/>
              <a:t>2. K</a:t>
            </a:r>
            <a:r>
              <a:rPr lang="ko-KR" altLang="en-US" dirty="0"/>
              <a:t>개의 상품권을 배분하는 문제</a:t>
            </a:r>
          </a:p>
        </p:txBody>
      </p:sp>
    </p:spTree>
    <p:extLst>
      <p:ext uri="{BB962C8B-B14F-4D97-AF65-F5344CB8AC3E}">
        <p14:creationId xmlns:p14="http://schemas.microsoft.com/office/powerpoint/2010/main" val="3023087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CA4E8A6-020F-E1A0-D957-FC8DE6D5A1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문제 접근 </a:t>
            </a:r>
            <a:r>
              <a:rPr lang="en-US" altLang="ko-KR" dirty="0"/>
              <a:t>– </a:t>
            </a:r>
            <a:r>
              <a:rPr lang="ko-KR" altLang="en-US" dirty="0"/>
              <a:t>부분 문제</a:t>
            </a:r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FD4203B-14F2-B8A6-B540-460BCB358B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ko-KR" altLang="en-US" dirty="0"/>
              <a:t>서브 트리의 총 인원수 합을 유지하는 문제</a:t>
            </a:r>
            <a:endParaRPr lang="en-US" altLang="ko-KR" dirty="0"/>
          </a:p>
          <a:p>
            <a:pPr lvl="1"/>
            <a:r>
              <a:rPr lang="en-US" altLang="ko-KR" dirty="0"/>
              <a:t>directory </a:t>
            </a:r>
            <a:r>
              <a:rPr lang="ko-KR" altLang="en-US" dirty="0"/>
              <a:t>문제를 기억하시나요</a:t>
            </a:r>
            <a:r>
              <a:rPr lang="en-US" altLang="ko-KR" dirty="0"/>
              <a:t>?</a:t>
            </a:r>
          </a:p>
          <a:p>
            <a:r>
              <a:rPr lang="ko-KR" altLang="en-US" dirty="0"/>
              <a:t>노드가 추가될 때</a:t>
            </a:r>
            <a:endParaRPr lang="en-US" altLang="ko-KR" dirty="0"/>
          </a:p>
          <a:p>
            <a:pPr lvl="1"/>
            <a:r>
              <a:rPr lang="ko-KR" altLang="en-US" dirty="0"/>
              <a:t>추가된 노드의 조상 노드에 </a:t>
            </a:r>
            <a:r>
              <a:rPr lang="en-US" altLang="ko-KR" dirty="0"/>
              <a:t>“</a:t>
            </a:r>
            <a:r>
              <a:rPr lang="ko-KR" altLang="en-US" dirty="0"/>
              <a:t>추가된 노드의 인원수</a:t>
            </a:r>
            <a:r>
              <a:rPr lang="en-US" altLang="ko-KR" dirty="0"/>
              <a:t>＂</a:t>
            </a:r>
            <a:r>
              <a:rPr lang="ko-KR" altLang="en-US" dirty="0"/>
              <a:t>를 더해준다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노드가 제거될 때</a:t>
            </a:r>
            <a:endParaRPr lang="en-US" altLang="ko-KR" dirty="0"/>
          </a:p>
          <a:p>
            <a:pPr lvl="1"/>
            <a:r>
              <a:rPr lang="ko-KR" altLang="en-US" dirty="0"/>
              <a:t>현재 유지하고 있는 서브 트리에서의 총 인원수의 합을 조상 노드에서 빼 준다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시간 복잡도</a:t>
            </a:r>
            <a:endParaRPr lang="en-US" altLang="ko-KR" dirty="0"/>
          </a:p>
          <a:p>
            <a:pPr lvl="1"/>
            <a:r>
              <a:rPr lang="en-US" altLang="ko-KR" dirty="0"/>
              <a:t>O(</a:t>
            </a:r>
            <a:r>
              <a:rPr lang="ko-KR" altLang="en-US" dirty="0"/>
              <a:t>트리의 깊이</a:t>
            </a:r>
            <a:r>
              <a:rPr lang="en-US" altLang="ko-KR" dirty="0"/>
              <a:t>) </a:t>
            </a:r>
            <a:r>
              <a:rPr lang="en-US" altLang="ko-KR" dirty="0">
                <a:sym typeface="Wingdings" panose="05000000000000000000" pitchFamily="2" charset="2"/>
              </a:rPr>
              <a:t></a:t>
            </a:r>
            <a:r>
              <a:rPr lang="en-US" altLang="ko-KR" dirty="0"/>
              <a:t> add</a:t>
            </a:r>
            <a:r>
              <a:rPr lang="ko-KR" altLang="en-US" dirty="0"/>
              <a:t>함수의 호출 횟수는 </a:t>
            </a:r>
            <a:r>
              <a:rPr lang="en-US" altLang="ko-KR" dirty="0"/>
              <a:t>17,000</a:t>
            </a:r>
            <a:r>
              <a:rPr lang="ko-KR" altLang="en-US" dirty="0"/>
              <a:t>이하이다</a:t>
            </a:r>
            <a:r>
              <a:rPr lang="en-US" altLang="ko-KR" dirty="0"/>
              <a:t>. </a:t>
            </a:r>
            <a:r>
              <a:rPr lang="en-US" altLang="ko-KR" dirty="0">
                <a:sym typeface="Wingdings" panose="05000000000000000000" pitchFamily="2" charset="2"/>
              </a:rPr>
              <a:t> </a:t>
            </a:r>
            <a:r>
              <a:rPr lang="en-US" altLang="ko-KR" dirty="0">
                <a:solidFill>
                  <a:srgbClr val="FF0000"/>
                </a:solidFill>
              </a:rPr>
              <a:t>TLE?</a:t>
            </a:r>
          </a:p>
          <a:p>
            <a:pPr lvl="2"/>
            <a:r>
              <a:rPr lang="ko-KR" altLang="en-US" dirty="0"/>
              <a:t>노드가 일직선으로 늘어진 경우 최악</a:t>
            </a:r>
            <a:endParaRPr lang="en-US" altLang="ko-KR" dirty="0"/>
          </a:p>
          <a:p>
            <a:pPr lvl="2"/>
            <a:r>
              <a:rPr lang="ko-KR" altLang="en-US" dirty="0"/>
              <a:t>이때 총 </a:t>
            </a:r>
            <a:r>
              <a:rPr lang="ko-KR" altLang="en-US" dirty="0" err="1"/>
              <a:t>계산량</a:t>
            </a:r>
            <a:r>
              <a:rPr lang="ko-KR" altLang="en-US" dirty="0"/>
              <a:t> </a:t>
            </a:r>
            <a:r>
              <a:rPr lang="en-US" altLang="ko-KR" dirty="0"/>
              <a:t>17,000 * 17,000 / 2 = 144,500,000</a:t>
            </a:r>
          </a:p>
          <a:p>
            <a:pPr lvl="1"/>
            <a:r>
              <a:rPr lang="en-US" altLang="ko-KR" sz="1200" dirty="0">
                <a:solidFill>
                  <a:srgbClr val="FF0000"/>
                </a:solidFill>
              </a:rPr>
              <a:t>link cut tree</a:t>
            </a:r>
            <a:r>
              <a:rPr lang="ko-KR" altLang="en-US" sz="1200" dirty="0">
                <a:solidFill>
                  <a:srgbClr val="FF0000"/>
                </a:solidFill>
              </a:rPr>
              <a:t>를 사용하지 않아도 된다는 믿음이 필요</a:t>
            </a:r>
            <a:r>
              <a:rPr lang="en-US" altLang="ko-KR" sz="1200" dirty="0">
                <a:solidFill>
                  <a:srgbClr val="FF0000"/>
                </a:solidFill>
              </a:rPr>
              <a:t>!</a:t>
            </a:r>
            <a:endParaRPr lang="en-US" altLang="ko-KR" sz="900" dirty="0">
              <a:solidFill>
                <a:srgbClr val="FF0000"/>
              </a:solidFill>
            </a:endParaRPr>
          </a:p>
          <a:p>
            <a:pPr lvl="1"/>
            <a:r>
              <a:rPr lang="ko-KR" altLang="en-US" sz="1100" dirty="0">
                <a:solidFill>
                  <a:srgbClr val="FF0000"/>
                </a:solidFill>
              </a:rPr>
              <a:t>깊이가 </a:t>
            </a:r>
            <a:r>
              <a:rPr lang="ko-KR" altLang="en-US" sz="1100" dirty="0" err="1">
                <a:solidFill>
                  <a:srgbClr val="FF0000"/>
                </a:solidFill>
              </a:rPr>
              <a:t>낮을거라는</a:t>
            </a:r>
            <a:r>
              <a:rPr lang="ko-KR" altLang="en-US" sz="1100" dirty="0">
                <a:solidFill>
                  <a:srgbClr val="FF0000"/>
                </a:solidFill>
              </a:rPr>
              <a:t> 믿음</a:t>
            </a:r>
            <a:r>
              <a:rPr lang="en-US" altLang="ko-KR" sz="1100" dirty="0">
                <a:solidFill>
                  <a:srgbClr val="FF0000"/>
                </a:solidFill>
              </a:rPr>
              <a:t>!</a:t>
            </a:r>
            <a:endParaRPr lang="en-US" altLang="ko-KR" sz="15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502364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8B3A2D1A-45FC-4F95-B150-1C13EF2F6D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39C3C864-C625-4883-B868-9A4C470F4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3291" y="3296652"/>
            <a:ext cx="12202113" cy="3561346"/>
          </a:xfrm>
          <a:custGeom>
            <a:avLst/>
            <a:gdLst>
              <a:gd name="connsiteX0" fmla="*/ 0 w 12202113"/>
              <a:gd name="connsiteY0" fmla="*/ 3188466 h 3188466"/>
              <a:gd name="connsiteX1" fmla="*/ 10116 w 12202113"/>
              <a:gd name="connsiteY1" fmla="*/ 2657641 h 3188466"/>
              <a:gd name="connsiteX2" fmla="*/ 10116 w 12202113"/>
              <a:gd name="connsiteY2" fmla="*/ 0 h 3188466"/>
              <a:gd name="connsiteX3" fmla="*/ 12202113 w 12202113"/>
              <a:gd name="connsiteY3" fmla="*/ 0 h 3188466"/>
              <a:gd name="connsiteX4" fmla="*/ 12202113 w 12202113"/>
              <a:gd name="connsiteY4" fmla="*/ 2879832 h 3188466"/>
              <a:gd name="connsiteX5" fmla="*/ 12198167 w 12202113"/>
              <a:gd name="connsiteY5" fmla="*/ 2880360 h 3188466"/>
              <a:gd name="connsiteX6" fmla="*/ 12122128 w 12202113"/>
              <a:gd name="connsiteY6" fmla="*/ 2887194 h 3188466"/>
              <a:gd name="connsiteX7" fmla="*/ 12028868 w 12202113"/>
              <a:gd name="connsiteY7" fmla="*/ 2911786 h 3188466"/>
              <a:gd name="connsiteX8" fmla="*/ 11995238 w 12202113"/>
              <a:gd name="connsiteY8" fmla="*/ 2914090 h 3188466"/>
              <a:gd name="connsiteX9" fmla="*/ 11996460 w 12202113"/>
              <a:gd name="connsiteY9" fmla="*/ 2918442 h 3188466"/>
              <a:gd name="connsiteX10" fmla="*/ 11983968 w 12202113"/>
              <a:gd name="connsiteY10" fmla="*/ 2918762 h 3188466"/>
              <a:gd name="connsiteX11" fmla="*/ 11956084 w 12202113"/>
              <a:gd name="connsiteY11" fmla="*/ 2918868 h 3188466"/>
              <a:gd name="connsiteX12" fmla="*/ 11872586 w 12202113"/>
              <a:gd name="connsiteY12" fmla="*/ 2920076 h 3188466"/>
              <a:gd name="connsiteX13" fmla="*/ 11849804 w 12202113"/>
              <a:gd name="connsiteY13" fmla="*/ 2928420 h 3188466"/>
              <a:gd name="connsiteX14" fmla="*/ 11828254 w 12202113"/>
              <a:gd name="connsiteY14" fmla="*/ 2928551 h 3188466"/>
              <a:gd name="connsiteX15" fmla="*/ 11703277 w 12202113"/>
              <a:gd name="connsiteY15" fmla="*/ 2939735 h 3188466"/>
              <a:gd name="connsiteX16" fmla="*/ 11686094 w 12202113"/>
              <a:gd name="connsiteY16" fmla="*/ 2940570 h 3188466"/>
              <a:gd name="connsiteX17" fmla="*/ 11676788 w 12202113"/>
              <a:gd name="connsiteY17" fmla="*/ 2944321 h 3188466"/>
              <a:gd name="connsiteX18" fmla="*/ 11643464 w 12202113"/>
              <a:gd name="connsiteY18" fmla="*/ 2945066 h 3188466"/>
              <a:gd name="connsiteX19" fmla="*/ 11641922 w 12202113"/>
              <a:gd name="connsiteY19" fmla="*/ 2947200 h 3188466"/>
              <a:gd name="connsiteX20" fmla="*/ 11532386 w 12202113"/>
              <a:gd name="connsiteY20" fmla="*/ 2965529 h 3188466"/>
              <a:gd name="connsiteX21" fmla="*/ 11513619 w 12202113"/>
              <a:gd name="connsiteY21" fmla="*/ 2968556 h 3188466"/>
              <a:gd name="connsiteX22" fmla="*/ 11497404 w 12202113"/>
              <a:gd name="connsiteY22" fmla="*/ 2967639 h 3188466"/>
              <a:gd name="connsiteX23" fmla="*/ 11407630 w 12202113"/>
              <a:gd name="connsiteY23" fmla="*/ 2970255 h 3188466"/>
              <a:gd name="connsiteX24" fmla="*/ 11386276 w 12202113"/>
              <a:gd name="connsiteY24" fmla="*/ 2968648 h 3188466"/>
              <a:gd name="connsiteX25" fmla="*/ 11377296 w 12202113"/>
              <a:gd name="connsiteY25" fmla="*/ 2965257 h 3188466"/>
              <a:gd name="connsiteX26" fmla="*/ 11342536 w 12202113"/>
              <a:gd name="connsiteY26" fmla="*/ 2971666 h 3188466"/>
              <a:gd name="connsiteX27" fmla="*/ 11288902 w 12202113"/>
              <a:gd name="connsiteY27" fmla="*/ 2976058 h 3188466"/>
              <a:gd name="connsiteX28" fmla="*/ 11263411 w 12202113"/>
              <a:gd name="connsiteY28" fmla="*/ 2979228 h 3188466"/>
              <a:gd name="connsiteX29" fmla="*/ 11242843 w 12202113"/>
              <a:gd name="connsiteY29" fmla="*/ 2977303 h 3188466"/>
              <a:gd name="connsiteX30" fmla="*/ 11125798 w 12202113"/>
              <a:gd name="connsiteY30" fmla="*/ 2976816 h 3188466"/>
              <a:gd name="connsiteX31" fmla="*/ 11098884 w 12202113"/>
              <a:gd name="connsiteY31" fmla="*/ 2973758 h 3188466"/>
              <a:gd name="connsiteX32" fmla="*/ 11086128 w 12202113"/>
              <a:gd name="connsiteY32" fmla="*/ 2967663 h 3188466"/>
              <a:gd name="connsiteX33" fmla="*/ 11076132 w 12202113"/>
              <a:gd name="connsiteY33" fmla="*/ 2969836 h 3188466"/>
              <a:gd name="connsiteX34" fmla="*/ 11005337 w 12202113"/>
              <a:gd name="connsiteY34" fmla="*/ 2970053 h 3188466"/>
              <a:gd name="connsiteX35" fmla="*/ 10959154 w 12202113"/>
              <a:gd name="connsiteY35" fmla="*/ 2970750 h 3188466"/>
              <a:gd name="connsiteX36" fmla="*/ 10956347 w 12202113"/>
              <a:gd name="connsiteY36" fmla="*/ 2979118 h 3188466"/>
              <a:gd name="connsiteX37" fmla="*/ 10915223 w 12202113"/>
              <a:gd name="connsiteY37" fmla="*/ 2982099 h 3188466"/>
              <a:gd name="connsiteX38" fmla="*/ 10871398 w 12202113"/>
              <a:gd name="connsiteY38" fmla="*/ 2976728 h 3188466"/>
              <a:gd name="connsiteX39" fmla="*/ 10819743 w 12202113"/>
              <a:gd name="connsiteY39" fmla="*/ 2977481 h 3188466"/>
              <a:gd name="connsiteX40" fmla="*/ 10788834 w 12202113"/>
              <a:gd name="connsiteY40" fmla="*/ 2977840 h 3188466"/>
              <a:gd name="connsiteX41" fmla="*/ 10707711 w 12202113"/>
              <a:gd name="connsiteY41" fmla="*/ 2985644 h 3188466"/>
              <a:gd name="connsiteX42" fmla="*/ 10576086 w 12202113"/>
              <a:gd name="connsiteY42" fmla="*/ 3015319 h 3188466"/>
              <a:gd name="connsiteX43" fmla="*/ 10534761 w 12202113"/>
              <a:gd name="connsiteY43" fmla="*/ 3019524 h 3188466"/>
              <a:gd name="connsiteX44" fmla="*/ 10527537 w 12202113"/>
              <a:gd name="connsiteY44" fmla="*/ 3017814 h 3188466"/>
              <a:gd name="connsiteX45" fmla="*/ 10321799 w 12202113"/>
              <a:gd name="connsiteY45" fmla="*/ 3035635 h 3188466"/>
              <a:gd name="connsiteX46" fmla="*/ 10284989 w 12202113"/>
              <a:gd name="connsiteY46" fmla="*/ 3036679 h 3188466"/>
              <a:gd name="connsiteX47" fmla="*/ 10257423 w 12202113"/>
              <a:gd name="connsiteY47" fmla="*/ 3036027 h 3188466"/>
              <a:gd name="connsiteX48" fmla="*/ 10191450 w 12202113"/>
              <a:gd name="connsiteY48" fmla="*/ 3041963 h 3188466"/>
              <a:gd name="connsiteX49" fmla="*/ 10083845 w 12202113"/>
              <a:gd name="connsiteY49" fmla="*/ 3054978 h 3188466"/>
              <a:gd name="connsiteX50" fmla="*/ 10060611 w 12202113"/>
              <a:gd name="connsiteY50" fmla="*/ 3057035 h 3188466"/>
              <a:gd name="connsiteX51" fmla="*/ 10039363 w 12202113"/>
              <a:gd name="connsiteY51" fmla="*/ 3055961 h 3188466"/>
              <a:gd name="connsiteX52" fmla="*/ 10033322 w 12202113"/>
              <a:gd name="connsiteY52" fmla="*/ 3053238 h 3188466"/>
              <a:gd name="connsiteX53" fmla="*/ 10020337 w 12202113"/>
              <a:gd name="connsiteY53" fmla="*/ 3053912 h 3188466"/>
              <a:gd name="connsiteX54" fmla="*/ 10016616 w 12202113"/>
              <a:gd name="connsiteY54" fmla="*/ 3053498 h 3188466"/>
              <a:gd name="connsiteX55" fmla="*/ 9995549 w 12202113"/>
              <a:gd name="connsiteY55" fmla="*/ 3051719 h 3188466"/>
              <a:gd name="connsiteX56" fmla="*/ 9957212 w 12202113"/>
              <a:gd name="connsiteY56" fmla="*/ 3062663 h 3188466"/>
              <a:gd name="connsiteX57" fmla="*/ 9904584 w 12202113"/>
              <a:gd name="connsiteY57" fmla="*/ 3063999 h 3188466"/>
              <a:gd name="connsiteX58" fmla="*/ 9713857 w 12202113"/>
              <a:gd name="connsiteY58" fmla="*/ 3087955 h 3188466"/>
              <a:gd name="connsiteX59" fmla="*/ 9678879 w 12202113"/>
              <a:gd name="connsiteY59" fmla="*/ 3079676 h 3188466"/>
              <a:gd name="connsiteX60" fmla="*/ 9598760 w 12202113"/>
              <a:gd name="connsiteY60" fmla="*/ 3085228 h 3188466"/>
              <a:gd name="connsiteX61" fmla="*/ 9488796 w 12202113"/>
              <a:gd name="connsiteY61" fmla="*/ 3115384 h 3188466"/>
              <a:gd name="connsiteX62" fmla="*/ 9341972 w 12202113"/>
              <a:gd name="connsiteY62" fmla="*/ 3126583 h 3188466"/>
              <a:gd name="connsiteX63" fmla="*/ 9333795 w 12202113"/>
              <a:gd name="connsiteY63" fmla="*/ 3132083 h 3188466"/>
              <a:gd name="connsiteX64" fmla="*/ 9321736 w 12202113"/>
              <a:gd name="connsiteY64" fmla="*/ 3135834 h 3188466"/>
              <a:gd name="connsiteX65" fmla="*/ 9319405 w 12202113"/>
              <a:gd name="connsiteY65" fmla="*/ 3135561 h 3188466"/>
              <a:gd name="connsiteX66" fmla="*/ 9302847 w 12202113"/>
              <a:gd name="connsiteY66" fmla="*/ 3137746 h 3188466"/>
              <a:gd name="connsiteX67" fmla="*/ 9300930 w 12202113"/>
              <a:gd name="connsiteY67" fmla="*/ 3139687 h 3188466"/>
              <a:gd name="connsiteX68" fmla="*/ 9290106 w 12202113"/>
              <a:gd name="connsiteY68" fmla="*/ 3141645 h 3188466"/>
              <a:gd name="connsiteX69" fmla="*/ 9270220 w 12202113"/>
              <a:gd name="connsiteY69" fmla="*/ 3146737 h 3188466"/>
              <a:gd name="connsiteX70" fmla="*/ 9265150 w 12202113"/>
              <a:gd name="connsiteY70" fmla="*/ 3146531 h 3188466"/>
              <a:gd name="connsiteX71" fmla="*/ 9233057 w 12202113"/>
              <a:gd name="connsiteY71" fmla="*/ 3152408 h 3188466"/>
              <a:gd name="connsiteX72" fmla="*/ 9231974 w 12202113"/>
              <a:gd name="connsiteY72" fmla="*/ 3151938 h 3188466"/>
              <a:gd name="connsiteX73" fmla="*/ 9220130 w 12202113"/>
              <a:gd name="connsiteY73" fmla="*/ 3151189 h 3188466"/>
              <a:gd name="connsiteX74" fmla="*/ 9198955 w 12202113"/>
              <a:gd name="connsiteY74" fmla="*/ 3151015 h 3188466"/>
              <a:gd name="connsiteX75" fmla="*/ 9142196 w 12202113"/>
              <a:gd name="connsiteY75" fmla="*/ 3143802 h 3188466"/>
              <a:gd name="connsiteX76" fmla="*/ 9108665 w 12202113"/>
              <a:gd name="connsiteY76" fmla="*/ 3149868 h 3188466"/>
              <a:gd name="connsiteX77" fmla="*/ 9014086 w 12202113"/>
              <a:gd name="connsiteY77" fmla="*/ 3150791 h 3188466"/>
              <a:gd name="connsiteX78" fmla="*/ 8915037 w 12202113"/>
              <a:gd name="connsiteY78" fmla="*/ 3140020 h 3188466"/>
              <a:gd name="connsiteX79" fmla="*/ 8815667 w 12202113"/>
              <a:gd name="connsiteY79" fmla="*/ 3138606 h 3188466"/>
              <a:gd name="connsiteX80" fmla="*/ 8779688 w 12202113"/>
              <a:gd name="connsiteY80" fmla="*/ 3138895 h 3188466"/>
              <a:gd name="connsiteX81" fmla="*/ 8715556 w 12202113"/>
              <a:gd name="connsiteY81" fmla="*/ 3135878 h 3188466"/>
              <a:gd name="connsiteX82" fmla="*/ 8686183 w 12202113"/>
              <a:gd name="connsiteY82" fmla="*/ 3132307 h 3188466"/>
              <a:gd name="connsiteX83" fmla="*/ 8684895 w 12202113"/>
              <a:gd name="connsiteY83" fmla="*/ 3132527 h 3188466"/>
              <a:gd name="connsiteX84" fmla="*/ 8682270 w 12202113"/>
              <a:gd name="connsiteY84" fmla="*/ 3130989 h 3188466"/>
              <a:gd name="connsiteX85" fmla="*/ 8676836 w 12202113"/>
              <a:gd name="connsiteY85" fmla="*/ 3130278 h 3188466"/>
              <a:gd name="connsiteX86" fmla="*/ 8662002 w 12202113"/>
              <a:gd name="connsiteY86" fmla="*/ 3130735 h 3188466"/>
              <a:gd name="connsiteX87" fmla="*/ 8656423 w 12202113"/>
              <a:gd name="connsiteY87" fmla="*/ 3131304 h 3188466"/>
              <a:gd name="connsiteX88" fmla="*/ 8648261 w 12202113"/>
              <a:gd name="connsiteY88" fmla="*/ 3131294 h 3188466"/>
              <a:gd name="connsiteX89" fmla="*/ 8648057 w 12202113"/>
              <a:gd name="connsiteY89" fmla="*/ 3131167 h 3188466"/>
              <a:gd name="connsiteX90" fmla="*/ 8640412 w 12202113"/>
              <a:gd name="connsiteY90" fmla="*/ 3131403 h 3188466"/>
              <a:gd name="connsiteX91" fmla="*/ 8603003 w 12202113"/>
              <a:gd name="connsiteY91" fmla="*/ 3134155 h 3188466"/>
              <a:gd name="connsiteX92" fmla="*/ 8553571 w 12202113"/>
              <a:gd name="connsiteY92" fmla="*/ 3122125 h 3188466"/>
              <a:gd name="connsiteX93" fmla="*/ 8533128 w 12202113"/>
              <a:gd name="connsiteY93" fmla="*/ 3120039 h 3188466"/>
              <a:gd name="connsiteX94" fmla="*/ 8522209 w 12202113"/>
              <a:gd name="connsiteY94" fmla="*/ 3118252 h 3188466"/>
              <a:gd name="connsiteX95" fmla="*/ 8521532 w 12202113"/>
              <a:gd name="connsiteY95" fmla="*/ 3117705 h 3188466"/>
              <a:gd name="connsiteX96" fmla="*/ 8485667 w 12202113"/>
              <a:gd name="connsiteY96" fmla="*/ 3120406 h 3188466"/>
              <a:gd name="connsiteX97" fmla="*/ 8480905 w 12202113"/>
              <a:gd name="connsiteY97" fmla="*/ 3119749 h 3188466"/>
              <a:gd name="connsiteX98" fmla="*/ 8457530 w 12202113"/>
              <a:gd name="connsiteY98" fmla="*/ 3122810 h 3188466"/>
              <a:gd name="connsiteX99" fmla="*/ 8445451 w 12202113"/>
              <a:gd name="connsiteY99" fmla="*/ 3123697 h 3188466"/>
              <a:gd name="connsiteX100" fmla="*/ 8442039 w 12202113"/>
              <a:gd name="connsiteY100" fmla="*/ 3125378 h 3188466"/>
              <a:gd name="connsiteX101" fmla="*/ 8424215 w 12202113"/>
              <a:gd name="connsiteY101" fmla="*/ 3125963 h 3188466"/>
              <a:gd name="connsiteX102" fmla="*/ 8422165 w 12202113"/>
              <a:gd name="connsiteY102" fmla="*/ 3125491 h 3188466"/>
              <a:gd name="connsiteX103" fmla="*/ 8407465 w 12202113"/>
              <a:gd name="connsiteY103" fmla="*/ 3127979 h 3188466"/>
              <a:gd name="connsiteX104" fmla="*/ 8395146 w 12202113"/>
              <a:gd name="connsiteY104" fmla="*/ 3132488 h 3188466"/>
              <a:gd name="connsiteX105" fmla="*/ 8243538 w 12202113"/>
              <a:gd name="connsiteY105" fmla="*/ 3129873 h 3188466"/>
              <a:gd name="connsiteX106" fmla="*/ 8112685 w 12202113"/>
              <a:gd name="connsiteY106" fmla="*/ 3148698 h 3188466"/>
              <a:gd name="connsiteX107" fmla="*/ 8026741 w 12202113"/>
              <a:gd name="connsiteY107" fmla="*/ 3154015 h 3188466"/>
              <a:gd name="connsiteX108" fmla="*/ 8030400 w 12202113"/>
              <a:gd name="connsiteY108" fmla="*/ 3146736 h 3188466"/>
              <a:gd name="connsiteX109" fmla="*/ 8002987 w 12202113"/>
              <a:gd name="connsiteY109" fmla="*/ 3135663 h 3188466"/>
              <a:gd name="connsiteX110" fmla="*/ 7798568 w 12202113"/>
              <a:gd name="connsiteY110" fmla="*/ 3141249 h 3188466"/>
              <a:gd name="connsiteX111" fmla="*/ 7746353 w 12202113"/>
              <a:gd name="connsiteY111" fmla="*/ 3137755 h 3188466"/>
              <a:gd name="connsiteX112" fmla="*/ 7700395 w 12202113"/>
              <a:gd name="connsiteY112" fmla="*/ 3144729 h 3188466"/>
              <a:gd name="connsiteX113" fmla="*/ 7681335 w 12202113"/>
              <a:gd name="connsiteY113" fmla="*/ 3141120 h 3188466"/>
              <a:gd name="connsiteX114" fmla="*/ 7678044 w 12202113"/>
              <a:gd name="connsiteY114" fmla="*/ 3140387 h 3188466"/>
              <a:gd name="connsiteX115" fmla="*/ 7664890 w 12202113"/>
              <a:gd name="connsiteY115" fmla="*/ 3139855 h 3188466"/>
              <a:gd name="connsiteX116" fmla="*/ 7661183 w 12202113"/>
              <a:gd name="connsiteY116" fmla="*/ 3136706 h 3188466"/>
              <a:gd name="connsiteX117" fmla="*/ 7641383 w 12202113"/>
              <a:gd name="connsiteY117" fmla="*/ 3133755 h 3188466"/>
              <a:gd name="connsiteX118" fmla="*/ 7617169 w 12202113"/>
              <a:gd name="connsiteY118" fmla="*/ 3133614 h 3188466"/>
              <a:gd name="connsiteX119" fmla="*/ 7531143 w 12202113"/>
              <a:gd name="connsiteY119" fmla="*/ 3132781 h 3188466"/>
              <a:gd name="connsiteX120" fmla="*/ 7517113 w 12202113"/>
              <a:gd name="connsiteY120" fmla="*/ 3134483 h 3188466"/>
              <a:gd name="connsiteX121" fmla="*/ 7471320 w 12202113"/>
              <a:gd name="connsiteY121" fmla="*/ 3131645 h 3188466"/>
              <a:gd name="connsiteX122" fmla="*/ 7430512 w 12202113"/>
              <a:gd name="connsiteY122" fmla="*/ 3131007 h 3188466"/>
              <a:gd name="connsiteX123" fmla="*/ 7404071 w 12202113"/>
              <a:gd name="connsiteY123" fmla="*/ 3132361 h 3188466"/>
              <a:gd name="connsiteX124" fmla="*/ 7397140 w 12202113"/>
              <a:gd name="connsiteY124" fmla="*/ 3131239 h 3188466"/>
              <a:gd name="connsiteX125" fmla="*/ 7370514 w 12202113"/>
              <a:gd name="connsiteY125" fmla="*/ 3130516 h 3188466"/>
              <a:gd name="connsiteX126" fmla="*/ 7356953 w 12202113"/>
              <a:gd name="connsiteY126" fmla="*/ 3132179 h 3188466"/>
              <a:gd name="connsiteX127" fmla="*/ 7343567 w 12202113"/>
              <a:gd name="connsiteY127" fmla="*/ 3128350 h 3188466"/>
              <a:gd name="connsiteX128" fmla="*/ 7340295 w 12202113"/>
              <a:gd name="connsiteY128" fmla="*/ 3125545 h 3188466"/>
              <a:gd name="connsiteX129" fmla="*/ 7321348 w 12202113"/>
              <a:gd name="connsiteY129" fmla="*/ 3126804 h 3188466"/>
              <a:gd name="connsiteX130" fmla="*/ 7305815 w 12202113"/>
              <a:gd name="connsiteY130" fmla="*/ 3124063 h 3188466"/>
              <a:gd name="connsiteX131" fmla="*/ 7292274 w 12202113"/>
              <a:gd name="connsiteY131" fmla="*/ 3125855 h 3188466"/>
              <a:gd name="connsiteX132" fmla="*/ 7286654 w 12202113"/>
              <a:gd name="connsiteY132" fmla="*/ 3125451 h 3188466"/>
              <a:gd name="connsiteX133" fmla="*/ 7272685 w 12202113"/>
              <a:gd name="connsiteY133" fmla="*/ 3124094 h 3188466"/>
              <a:gd name="connsiteX134" fmla="*/ 7248584 w 12202113"/>
              <a:gd name="connsiteY134" fmla="*/ 3121080 h 3188466"/>
              <a:gd name="connsiteX135" fmla="*/ 7241065 w 12202113"/>
              <a:gd name="connsiteY135" fmla="*/ 3120661 h 3188466"/>
              <a:gd name="connsiteX136" fmla="*/ 7224696 w 12202113"/>
              <a:gd name="connsiteY136" fmla="*/ 3116051 h 3188466"/>
              <a:gd name="connsiteX137" fmla="*/ 7193009 w 12202113"/>
              <a:gd name="connsiteY137" fmla="*/ 3112108 h 3188466"/>
              <a:gd name="connsiteX138" fmla="*/ 7137220 w 12202113"/>
              <a:gd name="connsiteY138" fmla="*/ 3098354 h 3188466"/>
              <a:gd name="connsiteX139" fmla="*/ 7104427 w 12202113"/>
              <a:gd name="connsiteY139" fmla="*/ 3091790 h 3188466"/>
              <a:gd name="connsiteX140" fmla="*/ 7082240 w 12202113"/>
              <a:gd name="connsiteY140" fmla="*/ 3085740 h 3188466"/>
              <a:gd name="connsiteX141" fmla="*/ 7016754 w 12202113"/>
              <a:gd name="connsiteY141" fmla="*/ 3077196 h 3188466"/>
              <a:gd name="connsiteX142" fmla="*/ 6904436 w 12202113"/>
              <a:gd name="connsiteY142" fmla="*/ 3065900 h 3188466"/>
              <a:gd name="connsiteX143" fmla="*/ 6881434 w 12202113"/>
              <a:gd name="connsiteY143" fmla="*/ 3062865 h 3188466"/>
              <a:gd name="connsiteX144" fmla="*/ 6865273 w 12202113"/>
              <a:gd name="connsiteY144" fmla="*/ 3057749 h 3188466"/>
              <a:gd name="connsiteX145" fmla="*/ 6864671 w 12202113"/>
              <a:gd name="connsiteY145" fmla="*/ 3054378 h 3188466"/>
              <a:gd name="connsiteX146" fmla="*/ 6852599 w 12202113"/>
              <a:gd name="connsiteY146" fmla="*/ 3052306 h 3188466"/>
              <a:gd name="connsiteX147" fmla="*/ 6850143 w 12202113"/>
              <a:gd name="connsiteY147" fmla="*/ 3051232 h 3188466"/>
              <a:gd name="connsiteX148" fmla="*/ 6835301 w 12202113"/>
              <a:gd name="connsiteY148" fmla="*/ 3045593 h 3188466"/>
              <a:gd name="connsiteX149" fmla="*/ 6784871 w 12202113"/>
              <a:gd name="connsiteY149" fmla="*/ 3046562 h 3188466"/>
              <a:gd name="connsiteX150" fmla="*/ 6738245 w 12202113"/>
              <a:gd name="connsiteY150" fmla="*/ 3037055 h 3188466"/>
              <a:gd name="connsiteX151" fmla="*/ 6537703 w 12202113"/>
              <a:gd name="connsiteY151" fmla="*/ 3017736 h 3188466"/>
              <a:gd name="connsiteX152" fmla="*/ 6521858 w 12202113"/>
              <a:gd name="connsiteY152" fmla="*/ 3004158 h 3188466"/>
              <a:gd name="connsiteX153" fmla="*/ 6445069 w 12202113"/>
              <a:gd name="connsiteY153" fmla="*/ 2992470 h 3188466"/>
              <a:gd name="connsiteX154" fmla="*/ 6302447 w 12202113"/>
              <a:gd name="connsiteY154" fmla="*/ 2994274 h 3188466"/>
              <a:gd name="connsiteX155" fmla="*/ 6160029 w 12202113"/>
              <a:gd name="connsiteY155" fmla="*/ 2973666 h 3188466"/>
              <a:gd name="connsiteX156" fmla="*/ 6144046 w 12202113"/>
              <a:gd name="connsiteY156" fmla="*/ 2976380 h 3188466"/>
              <a:gd name="connsiteX157" fmla="*/ 6127670 w 12202113"/>
              <a:gd name="connsiteY157" fmla="*/ 2976929 h 3188466"/>
              <a:gd name="connsiteX158" fmla="*/ 6126155 w 12202113"/>
              <a:gd name="connsiteY158" fmla="*/ 2976245 h 3188466"/>
              <a:gd name="connsiteX159" fmla="*/ 6108575 w 12202113"/>
              <a:gd name="connsiteY159" fmla="*/ 2974651 h 3188466"/>
              <a:gd name="connsiteX160" fmla="*/ 6103746 w 12202113"/>
              <a:gd name="connsiteY160" fmla="*/ 2975803 h 3188466"/>
              <a:gd name="connsiteX161" fmla="*/ 6091377 w 12202113"/>
              <a:gd name="connsiteY161" fmla="*/ 2975180 h 3188466"/>
              <a:gd name="connsiteX162" fmla="*/ 6066183 w 12202113"/>
              <a:gd name="connsiteY162" fmla="*/ 2975222 h 3188466"/>
              <a:gd name="connsiteX163" fmla="*/ 6063287 w 12202113"/>
              <a:gd name="connsiteY163" fmla="*/ 2974353 h 3188466"/>
              <a:gd name="connsiteX164" fmla="*/ 6054813 w 12202113"/>
              <a:gd name="connsiteY164" fmla="*/ 2974911 h 3188466"/>
              <a:gd name="connsiteX165" fmla="*/ 6050809 w 12202113"/>
              <a:gd name="connsiteY165" fmla="*/ 2973985 h 3188466"/>
              <a:gd name="connsiteX166" fmla="*/ 6013979 w 12202113"/>
              <a:gd name="connsiteY166" fmla="*/ 2974553 h 3188466"/>
              <a:gd name="connsiteX167" fmla="*/ 6013800 w 12202113"/>
              <a:gd name="connsiteY167" fmla="*/ 2973973 h 3188466"/>
              <a:gd name="connsiteX168" fmla="*/ 6004866 w 12202113"/>
              <a:gd name="connsiteY168" fmla="*/ 2971570 h 3188466"/>
              <a:gd name="connsiteX169" fmla="*/ 5987036 w 12202113"/>
              <a:gd name="connsiteY169" fmla="*/ 2968315 h 3188466"/>
              <a:gd name="connsiteX170" fmla="*/ 5950027 w 12202113"/>
              <a:gd name="connsiteY170" fmla="*/ 2953546 h 3188466"/>
              <a:gd name="connsiteX171" fmla="*/ 5911668 w 12202113"/>
              <a:gd name="connsiteY171" fmla="*/ 2954074 h 3188466"/>
              <a:gd name="connsiteX172" fmla="*/ 5904110 w 12202113"/>
              <a:gd name="connsiteY172" fmla="*/ 2953861 h 3188466"/>
              <a:gd name="connsiteX173" fmla="*/ 5904026 w 12202113"/>
              <a:gd name="connsiteY173" fmla="*/ 2953724 h 3188466"/>
              <a:gd name="connsiteX174" fmla="*/ 5896189 w 12202113"/>
              <a:gd name="connsiteY174" fmla="*/ 2953236 h 3188466"/>
              <a:gd name="connsiteX175" fmla="*/ 5890331 w 12202113"/>
              <a:gd name="connsiteY175" fmla="*/ 2953471 h 3188466"/>
              <a:gd name="connsiteX176" fmla="*/ 5875672 w 12202113"/>
              <a:gd name="connsiteY176" fmla="*/ 2953056 h 3188466"/>
              <a:gd name="connsiteX177" fmla="*/ 5871070 w 12202113"/>
              <a:gd name="connsiteY177" fmla="*/ 2952035 h 3188466"/>
              <a:gd name="connsiteX178" fmla="*/ 5869888 w 12202113"/>
              <a:gd name="connsiteY178" fmla="*/ 2950364 h 3188466"/>
              <a:gd name="connsiteX179" fmla="*/ 5868461 w 12202113"/>
              <a:gd name="connsiteY179" fmla="*/ 2950506 h 3188466"/>
              <a:gd name="connsiteX180" fmla="*/ 5843343 w 12202113"/>
              <a:gd name="connsiteY180" fmla="*/ 2945262 h 3188466"/>
              <a:gd name="connsiteX181" fmla="*/ 5784331 w 12202113"/>
              <a:gd name="connsiteY181" fmla="*/ 2938531 h 3188466"/>
              <a:gd name="connsiteX182" fmla="*/ 5749498 w 12202113"/>
              <a:gd name="connsiteY182" fmla="*/ 2936713 h 3188466"/>
              <a:gd name="connsiteX183" fmla="*/ 5655214 w 12202113"/>
              <a:gd name="connsiteY183" fmla="*/ 2929503 h 3188466"/>
              <a:gd name="connsiteX184" fmla="*/ 5561446 w 12202113"/>
              <a:gd name="connsiteY184" fmla="*/ 2920575 h 3188466"/>
              <a:gd name="connsiteX185" fmla="*/ 5519456 w 12202113"/>
              <a:gd name="connsiteY185" fmla="*/ 2906631 h 3188466"/>
              <a:gd name="connsiteX186" fmla="*/ 5514099 w 12202113"/>
              <a:gd name="connsiteY186" fmla="*/ 2906097 h 3188466"/>
              <a:gd name="connsiteX187" fmla="*/ 5499273 w 12202113"/>
              <a:gd name="connsiteY187" fmla="*/ 2907057 h 3188466"/>
              <a:gd name="connsiteX188" fmla="*/ 5493664 w 12202113"/>
              <a:gd name="connsiteY188" fmla="*/ 2907817 h 3188466"/>
              <a:gd name="connsiteX189" fmla="*/ 5485530 w 12202113"/>
              <a:gd name="connsiteY189" fmla="*/ 2908080 h 3188466"/>
              <a:gd name="connsiteX190" fmla="*/ 5485337 w 12202113"/>
              <a:gd name="connsiteY190" fmla="*/ 2907959 h 3188466"/>
              <a:gd name="connsiteX191" fmla="*/ 5477696 w 12202113"/>
              <a:gd name="connsiteY191" fmla="*/ 2908455 h 3188466"/>
              <a:gd name="connsiteX192" fmla="*/ 5440170 w 12202113"/>
              <a:gd name="connsiteY192" fmla="*/ 2912482 h 3188466"/>
              <a:gd name="connsiteX193" fmla="*/ 5391911 w 12202113"/>
              <a:gd name="connsiteY193" fmla="*/ 2902040 h 3188466"/>
              <a:gd name="connsiteX194" fmla="*/ 5371708 w 12202113"/>
              <a:gd name="connsiteY194" fmla="*/ 2900629 h 3188466"/>
              <a:gd name="connsiteX195" fmla="*/ 5360976 w 12202113"/>
              <a:gd name="connsiteY195" fmla="*/ 2899197 h 3188466"/>
              <a:gd name="connsiteX196" fmla="*/ 5360345 w 12202113"/>
              <a:gd name="connsiteY196" fmla="*/ 2898671 h 3188466"/>
              <a:gd name="connsiteX197" fmla="*/ 5324367 w 12202113"/>
              <a:gd name="connsiteY197" fmla="*/ 2902593 h 3188466"/>
              <a:gd name="connsiteX198" fmla="*/ 5319673 w 12202113"/>
              <a:gd name="connsiteY198" fmla="*/ 2902094 h 3188466"/>
              <a:gd name="connsiteX199" fmla="*/ 5296114 w 12202113"/>
              <a:gd name="connsiteY199" fmla="*/ 2905958 h 3188466"/>
              <a:gd name="connsiteX200" fmla="*/ 5283999 w 12202113"/>
              <a:gd name="connsiteY200" fmla="*/ 2907258 h 3188466"/>
              <a:gd name="connsiteX201" fmla="*/ 5280460 w 12202113"/>
              <a:gd name="connsiteY201" fmla="*/ 2909063 h 3188466"/>
              <a:gd name="connsiteX202" fmla="*/ 5262637 w 12202113"/>
              <a:gd name="connsiteY202" fmla="*/ 2910250 h 3188466"/>
              <a:gd name="connsiteX203" fmla="*/ 5260635 w 12202113"/>
              <a:gd name="connsiteY203" fmla="*/ 2909845 h 3188466"/>
              <a:gd name="connsiteX204" fmla="*/ 5245770 w 12202113"/>
              <a:gd name="connsiteY204" fmla="*/ 2912842 h 3188466"/>
              <a:gd name="connsiteX205" fmla="*/ 5233108 w 12202113"/>
              <a:gd name="connsiteY205" fmla="*/ 2917794 h 3188466"/>
              <a:gd name="connsiteX206" fmla="*/ 5082201 w 12202113"/>
              <a:gd name="connsiteY206" fmla="*/ 2920260 h 3188466"/>
              <a:gd name="connsiteX207" fmla="*/ 4939211 w 12202113"/>
              <a:gd name="connsiteY207" fmla="*/ 2931760 h 3188466"/>
              <a:gd name="connsiteX208" fmla="*/ 4794309 w 12202113"/>
              <a:gd name="connsiteY208" fmla="*/ 2937227 h 3188466"/>
              <a:gd name="connsiteX209" fmla="*/ 4637676 w 12202113"/>
              <a:gd name="connsiteY209" fmla="*/ 2946666 h 3188466"/>
              <a:gd name="connsiteX210" fmla="*/ 4585922 w 12202113"/>
              <a:gd name="connsiteY210" fmla="*/ 2944906 h 3188466"/>
              <a:gd name="connsiteX211" fmla="*/ 4539516 w 12202113"/>
              <a:gd name="connsiteY211" fmla="*/ 2953466 h 3188466"/>
              <a:gd name="connsiteX212" fmla="*/ 4520819 w 12202113"/>
              <a:gd name="connsiteY212" fmla="*/ 2950477 h 3188466"/>
              <a:gd name="connsiteX213" fmla="*/ 4517604 w 12202113"/>
              <a:gd name="connsiteY213" fmla="*/ 2949852 h 3188466"/>
              <a:gd name="connsiteX214" fmla="*/ 4504537 w 12202113"/>
              <a:gd name="connsiteY214" fmla="*/ 2949759 h 3188466"/>
              <a:gd name="connsiteX215" fmla="*/ 4501104 w 12202113"/>
              <a:gd name="connsiteY215" fmla="*/ 2946715 h 3188466"/>
              <a:gd name="connsiteX216" fmla="*/ 4342695 w 12202113"/>
              <a:gd name="connsiteY216" fmla="*/ 2951638 h 3188466"/>
              <a:gd name="connsiteX217" fmla="*/ 4274096 w 12202113"/>
              <a:gd name="connsiteY217" fmla="*/ 2953640 h 3188466"/>
              <a:gd name="connsiteX218" fmla="*/ 4248170 w 12202113"/>
              <a:gd name="connsiteY218" fmla="*/ 2951384 h 3188466"/>
              <a:gd name="connsiteX219" fmla="*/ 4147924 w 12202113"/>
              <a:gd name="connsiteY219" fmla="*/ 2945945 h 3188466"/>
              <a:gd name="connsiteX220" fmla="*/ 4061825 w 12202113"/>
              <a:gd name="connsiteY220" fmla="*/ 2944206 h 3188466"/>
              <a:gd name="connsiteX221" fmla="*/ 3998557 w 12202113"/>
              <a:gd name="connsiteY221" fmla="*/ 2955821 h 3188466"/>
              <a:gd name="connsiteX222" fmla="*/ 3993107 w 12202113"/>
              <a:gd name="connsiteY222" fmla="*/ 2953708 h 3188466"/>
              <a:gd name="connsiteX223" fmla="*/ 3949713 w 12202113"/>
              <a:gd name="connsiteY223" fmla="*/ 2955441 h 3188466"/>
              <a:gd name="connsiteX224" fmla="*/ 3797284 w 12202113"/>
              <a:gd name="connsiteY224" fmla="*/ 2977037 h 3188466"/>
              <a:gd name="connsiteX225" fmla="*/ 3712498 w 12202113"/>
              <a:gd name="connsiteY225" fmla="*/ 2979996 h 3188466"/>
              <a:gd name="connsiteX226" fmla="*/ 3682471 w 12202113"/>
              <a:gd name="connsiteY226" fmla="*/ 2978543 h 3188466"/>
              <a:gd name="connsiteX227" fmla="*/ 3632163 w 12202113"/>
              <a:gd name="connsiteY227" fmla="*/ 2976264 h 3188466"/>
              <a:gd name="connsiteX228" fmla="*/ 3594728 w 12202113"/>
              <a:gd name="connsiteY228" fmla="*/ 2968398 h 3188466"/>
              <a:gd name="connsiteX229" fmla="*/ 3552594 w 12202113"/>
              <a:gd name="connsiteY229" fmla="*/ 2968934 h 3188466"/>
              <a:gd name="connsiteX230" fmla="*/ 3542589 w 12202113"/>
              <a:gd name="connsiteY230" fmla="*/ 2977031 h 3188466"/>
              <a:gd name="connsiteX231" fmla="*/ 3497591 w 12202113"/>
              <a:gd name="connsiteY231" fmla="*/ 2975018 h 3188466"/>
              <a:gd name="connsiteX232" fmla="*/ 3429352 w 12202113"/>
              <a:gd name="connsiteY232" fmla="*/ 2971090 h 3188466"/>
              <a:gd name="connsiteX233" fmla="*/ 3389938 w 12202113"/>
              <a:gd name="connsiteY233" fmla="*/ 2970884 h 3188466"/>
              <a:gd name="connsiteX234" fmla="*/ 3282344 w 12202113"/>
              <a:gd name="connsiteY234" fmla="*/ 2968084 h 3188466"/>
              <a:gd name="connsiteX235" fmla="*/ 3174624 w 12202113"/>
              <a:gd name="connsiteY235" fmla="*/ 2963576 h 3188466"/>
              <a:gd name="connsiteX236" fmla="*/ 3111077 w 12202113"/>
              <a:gd name="connsiteY236" fmla="*/ 2951285 h 3188466"/>
              <a:gd name="connsiteX237" fmla="*/ 3022501 w 12202113"/>
              <a:gd name="connsiteY237" fmla="*/ 2948619 h 3188466"/>
              <a:gd name="connsiteX238" fmla="*/ 3007714 w 12202113"/>
              <a:gd name="connsiteY238" fmla="*/ 2946762 h 3188466"/>
              <a:gd name="connsiteX239" fmla="*/ 2903098 w 12202113"/>
              <a:gd name="connsiteY239" fmla="*/ 2940576 h 3188466"/>
              <a:gd name="connsiteX240" fmla="*/ 2781591 w 12202113"/>
              <a:gd name="connsiteY240" fmla="*/ 2946394 h 3188466"/>
              <a:gd name="connsiteX241" fmla="*/ 2627942 w 12202113"/>
              <a:gd name="connsiteY241" fmla="*/ 2919996 h 3188466"/>
              <a:gd name="connsiteX242" fmla="*/ 2354959 w 12202113"/>
              <a:gd name="connsiteY242" fmla="*/ 2882080 h 3188466"/>
              <a:gd name="connsiteX243" fmla="*/ 2063184 w 12202113"/>
              <a:gd name="connsiteY243" fmla="*/ 2879109 h 3188466"/>
              <a:gd name="connsiteX244" fmla="*/ 1986946 w 12202113"/>
              <a:gd name="connsiteY244" fmla="*/ 2887619 h 3188466"/>
              <a:gd name="connsiteX245" fmla="*/ 1763479 w 12202113"/>
              <a:gd name="connsiteY245" fmla="*/ 2909077 h 3188466"/>
              <a:gd name="connsiteX246" fmla="*/ 1537980 w 12202113"/>
              <a:gd name="connsiteY246" fmla="*/ 2960398 h 3188466"/>
              <a:gd name="connsiteX247" fmla="*/ 1395229 w 12202113"/>
              <a:gd name="connsiteY247" fmla="*/ 2975625 h 3188466"/>
              <a:gd name="connsiteX248" fmla="*/ 1327834 w 12202113"/>
              <a:gd name="connsiteY248" fmla="*/ 2989485 h 3188466"/>
              <a:gd name="connsiteX249" fmla="*/ 1280757 w 12202113"/>
              <a:gd name="connsiteY249" fmla="*/ 2992959 h 3188466"/>
              <a:gd name="connsiteX250" fmla="*/ 1252582 w 12202113"/>
              <a:gd name="connsiteY250" fmla="*/ 2995877 h 3188466"/>
              <a:gd name="connsiteX251" fmla="*/ 1204670 w 12202113"/>
              <a:gd name="connsiteY251" fmla="*/ 3014826 h 3188466"/>
              <a:gd name="connsiteX252" fmla="*/ 1020457 w 12202113"/>
              <a:gd name="connsiteY252" fmla="*/ 3031603 h 3188466"/>
              <a:gd name="connsiteX253" fmla="*/ 843248 w 12202113"/>
              <a:gd name="connsiteY253" fmla="*/ 3026954 h 3188466"/>
              <a:gd name="connsiteX254" fmla="*/ 583517 w 12202113"/>
              <a:gd name="connsiteY254" fmla="*/ 3089095 h 3188466"/>
              <a:gd name="connsiteX255" fmla="*/ 556836 w 12202113"/>
              <a:gd name="connsiteY255" fmla="*/ 3094374 h 3188466"/>
              <a:gd name="connsiteX256" fmla="*/ 412089 w 12202113"/>
              <a:gd name="connsiteY256" fmla="*/ 3121334 h 3188466"/>
              <a:gd name="connsiteX257" fmla="*/ 83929 w 12202113"/>
              <a:gd name="connsiteY257" fmla="*/ 3150566 h 31884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</a:cxnLst>
            <a:rect l="l" t="t" r="r" b="b"/>
            <a:pathLst>
              <a:path w="12202113" h="3188466">
                <a:moveTo>
                  <a:pt x="0" y="3188466"/>
                </a:moveTo>
                <a:lnTo>
                  <a:pt x="10116" y="2657641"/>
                </a:lnTo>
                <a:lnTo>
                  <a:pt x="10116" y="0"/>
                </a:lnTo>
                <a:lnTo>
                  <a:pt x="12202113" y="0"/>
                </a:lnTo>
                <a:lnTo>
                  <a:pt x="12202113" y="2879832"/>
                </a:lnTo>
                <a:lnTo>
                  <a:pt x="12198167" y="2880360"/>
                </a:lnTo>
                <a:cubicBezTo>
                  <a:pt x="12163116" y="2884349"/>
                  <a:pt x="12143771" y="2884544"/>
                  <a:pt x="12122128" y="2887194"/>
                </a:cubicBezTo>
                <a:cubicBezTo>
                  <a:pt x="12087086" y="2893347"/>
                  <a:pt x="12050015" y="2907304"/>
                  <a:pt x="12028868" y="2911786"/>
                </a:cubicBezTo>
                <a:lnTo>
                  <a:pt x="11995238" y="2914090"/>
                </a:lnTo>
                <a:lnTo>
                  <a:pt x="11996460" y="2918442"/>
                </a:lnTo>
                <a:lnTo>
                  <a:pt x="11983968" y="2918762"/>
                </a:lnTo>
                <a:lnTo>
                  <a:pt x="11956084" y="2918868"/>
                </a:lnTo>
                <a:cubicBezTo>
                  <a:pt x="11938684" y="2919526"/>
                  <a:pt x="11890300" y="2918483"/>
                  <a:pt x="11872586" y="2920076"/>
                </a:cubicBezTo>
                <a:cubicBezTo>
                  <a:pt x="11867476" y="2924717"/>
                  <a:pt x="11859589" y="2927247"/>
                  <a:pt x="11849804" y="2928420"/>
                </a:cubicBezTo>
                <a:lnTo>
                  <a:pt x="11828254" y="2928551"/>
                </a:lnTo>
                <a:lnTo>
                  <a:pt x="11703277" y="2939735"/>
                </a:lnTo>
                <a:lnTo>
                  <a:pt x="11686094" y="2940570"/>
                </a:lnTo>
                <a:lnTo>
                  <a:pt x="11676788" y="2944321"/>
                </a:lnTo>
                <a:cubicBezTo>
                  <a:pt x="11669684" y="2945069"/>
                  <a:pt x="11649276" y="2944585"/>
                  <a:pt x="11643464" y="2945066"/>
                </a:cubicBezTo>
                <a:lnTo>
                  <a:pt x="11641922" y="2947200"/>
                </a:lnTo>
                <a:cubicBezTo>
                  <a:pt x="11623408" y="2950611"/>
                  <a:pt x="11553770" y="2961969"/>
                  <a:pt x="11532386" y="2965529"/>
                </a:cubicBezTo>
                <a:cubicBezTo>
                  <a:pt x="11528114" y="2962248"/>
                  <a:pt x="11518548" y="2967430"/>
                  <a:pt x="11513619" y="2968556"/>
                </a:cubicBezTo>
                <a:cubicBezTo>
                  <a:pt x="11512856" y="2966346"/>
                  <a:pt x="11500924" y="2965672"/>
                  <a:pt x="11497404" y="2967639"/>
                </a:cubicBezTo>
                <a:cubicBezTo>
                  <a:pt x="11413522" y="2978420"/>
                  <a:pt x="11455510" y="2956141"/>
                  <a:pt x="11407630" y="2970255"/>
                </a:cubicBezTo>
                <a:cubicBezTo>
                  <a:pt x="11399160" y="2971190"/>
                  <a:pt x="11392296" y="2970299"/>
                  <a:pt x="11386276" y="2968648"/>
                </a:cubicBezTo>
                <a:lnTo>
                  <a:pt x="11377296" y="2965257"/>
                </a:lnTo>
                <a:lnTo>
                  <a:pt x="11342536" y="2971666"/>
                </a:lnTo>
                <a:cubicBezTo>
                  <a:pt x="11325414" y="2973900"/>
                  <a:pt x="11307393" y="2975381"/>
                  <a:pt x="11288902" y="2976058"/>
                </a:cubicBezTo>
                <a:cubicBezTo>
                  <a:pt x="11284753" y="2971542"/>
                  <a:pt x="11270239" y="2977957"/>
                  <a:pt x="11263411" y="2979228"/>
                </a:cubicBezTo>
                <a:cubicBezTo>
                  <a:pt x="11263340" y="2976278"/>
                  <a:pt x="11248212" y="2974865"/>
                  <a:pt x="11242843" y="2977303"/>
                </a:cubicBezTo>
                <a:cubicBezTo>
                  <a:pt x="11130019" y="2987845"/>
                  <a:pt x="11193504" y="2960297"/>
                  <a:pt x="11125798" y="2976816"/>
                </a:cubicBezTo>
                <a:cubicBezTo>
                  <a:pt x="11114472" y="2977677"/>
                  <a:pt x="11105974" y="2976199"/>
                  <a:pt x="11098884" y="2973758"/>
                </a:cubicBezTo>
                <a:lnTo>
                  <a:pt x="11086128" y="2967663"/>
                </a:lnTo>
                <a:lnTo>
                  <a:pt x="11076132" y="2969836"/>
                </a:lnTo>
                <a:cubicBezTo>
                  <a:pt x="11038408" y="2970007"/>
                  <a:pt x="11027285" y="2963760"/>
                  <a:pt x="11005337" y="2970053"/>
                </a:cubicBezTo>
                <a:cubicBezTo>
                  <a:pt x="10972902" y="2956973"/>
                  <a:pt x="10983824" y="2968749"/>
                  <a:pt x="10959154" y="2970750"/>
                </a:cubicBezTo>
                <a:cubicBezTo>
                  <a:pt x="10939692" y="2973358"/>
                  <a:pt x="10975422" y="2978377"/>
                  <a:pt x="10956347" y="2979118"/>
                </a:cubicBezTo>
                <a:cubicBezTo>
                  <a:pt x="10935712" y="2975741"/>
                  <a:pt x="10936682" y="2986229"/>
                  <a:pt x="10915223" y="2982099"/>
                </a:cubicBezTo>
                <a:cubicBezTo>
                  <a:pt x="10920436" y="2974198"/>
                  <a:pt x="10872877" y="2983630"/>
                  <a:pt x="10871398" y="2976728"/>
                </a:cubicBezTo>
                <a:cubicBezTo>
                  <a:pt x="10853171" y="2986599"/>
                  <a:pt x="10844013" y="2974439"/>
                  <a:pt x="10819743" y="2977481"/>
                </a:cubicBezTo>
                <a:cubicBezTo>
                  <a:pt x="10808314" y="2981215"/>
                  <a:pt x="10800068" y="2981856"/>
                  <a:pt x="10788834" y="2977840"/>
                </a:cubicBezTo>
                <a:cubicBezTo>
                  <a:pt x="10736185" y="2996020"/>
                  <a:pt x="10756982" y="2978653"/>
                  <a:pt x="10707711" y="2985644"/>
                </a:cubicBezTo>
                <a:cubicBezTo>
                  <a:pt x="10665262" y="2992997"/>
                  <a:pt x="10617142" y="2997767"/>
                  <a:pt x="10576086" y="3015319"/>
                </a:cubicBezTo>
                <a:cubicBezTo>
                  <a:pt x="10568550" y="3020292"/>
                  <a:pt x="10550046" y="3022174"/>
                  <a:pt x="10534761" y="3019524"/>
                </a:cubicBezTo>
                <a:cubicBezTo>
                  <a:pt x="10532134" y="3019067"/>
                  <a:pt x="10529698" y="3018490"/>
                  <a:pt x="10527537" y="3017814"/>
                </a:cubicBezTo>
                <a:cubicBezTo>
                  <a:pt x="10492044" y="3020498"/>
                  <a:pt x="10362224" y="3032491"/>
                  <a:pt x="10321799" y="3035635"/>
                </a:cubicBezTo>
                <a:cubicBezTo>
                  <a:pt x="10318526" y="3029246"/>
                  <a:pt x="10298084" y="3040774"/>
                  <a:pt x="10284989" y="3036679"/>
                </a:cubicBezTo>
                <a:cubicBezTo>
                  <a:pt x="10275610" y="3033085"/>
                  <a:pt x="10267220" y="3035744"/>
                  <a:pt x="10257423" y="3036027"/>
                </a:cubicBezTo>
                <a:cubicBezTo>
                  <a:pt x="10244517" y="3033202"/>
                  <a:pt x="10202424" y="3038304"/>
                  <a:pt x="10191450" y="3041963"/>
                </a:cubicBezTo>
                <a:cubicBezTo>
                  <a:pt x="10165225" y="3054679"/>
                  <a:pt x="10105634" y="3045236"/>
                  <a:pt x="10083845" y="3054978"/>
                </a:cubicBezTo>
                <a:cubicBezTo>
                  <a:pt x="10075939" y="3056408"/>
                  <a:pt x="10068203" y="3056986"/>
                  <a:pt x="10060611" y="3057035"/>
                </a:cubicBezTo>
                <a:lnTo>
                  <a:pt x="10039363" y="3055961"/>
                </a:lnTo>
                <a:lnTo>
                  <a:pt x="10033322" y="3053238"/>
                </a:lnTo>
                <a:lnTo>
                  <a:pt x="10020337" y="3053912"/>
                </a:lnTo>
                <a:lnTo>
                  <a:pt x="10016616" y="3053498"/>
                </a:lnTo>
                <a:cubicBezTo>
                  <a:pt x="10009508" y="3052695"/>
                  <a:pt x="10002492" y="3051995"/>
                  <a:pt x="9995549" y="3051719"/>
                </a:cubicBezTo>
                <a:cubicBezTo>
                  <a:pt x="10004680" y="3065377"/>
                  <a:pt x="9937988" y="3051618"/>
                  <a:pt x="9957212" y="3062663"/>
                </a:cubicBezTo>
                <a:cubicBezTo>
                  <a:pt x="9920646" y="3063519"/>
                  <a:pt x="9948538" y="3073806"/>
                  <a:pt x="9904584" y="3063999"/>
                </a:cubicBezTo>
                <a:cubicBezTo>
                  <a:pt x="9847813" y="3075166"/>
                  <a:pt x="9758323" y="3071010"/>
                  <a:pt x="9713857" y="3087955"/>
                </a:cubicBezTo>
                <a:cubicBezTo>
                  <a:pt x="9719380" y="3081485"/>
                  <a:pt x="9695453" y="3076466"/>
                  <a:pt x="9678879" y="3079676"/>
                </a:cubicBezTo>
                <a:cubicBezTo>
                  <a:pt x="9698255" y="3054291"/>
                  <a:pt x="9613348" y="3102551"/>
                  <a:pt x="9598760" y="3085228"/>
                </a:cubicBezTo>
                <a:cubicBezTo>
                  <a:pt x="9598041" y="3101310"/>
                  <a:pt x="9523758" y="3128579"/>
                  <a:pt x="9488796" y="3115384"/>
                </a:cubicBezTo>
                <a:cubicBezTo>
                  <a:pt x="9435532" y="3118605"/>
                  <a:pt x="9397815" y="3131898"/>
                  <a:pt x="9341972" y="3126583"/>
                </a:cubicBezTo>
                <a:cubicBezTo>
                  <a:pt x="9340239" y="3128735"/>
                  <a:pt x="9337399" y="3130536"/>
                  <a:pt x="9333795" y="3132083"/>
                </a:cubicBezTo>
                <a:lnTo>
                  <a:pt x="9321736" y="3135834"/>
                </a:lnTo>
                <a:lnTo>
                  <a:pt x="9319405" y="3135561"/>
                </a:lnTo>
                <a:cubicBezTo>
                  <a:pt x="9310247" y="3135512"/>
                  <a:pt x="9305558" y="3136419"/>
                  <a:pt x="9302847" y="3137746"/>
                </a:cubicBezTo>
                <a:lnTo>
                  <a:pt x="9300930" y="3139687"/>
                </a:lnTo>
                <a:lnTo>
                  <a:pt x="9290106" y="3141645"/>
                </a:lnTo>
                <a:lnTo>
                  <a:pt x="9270220" y="3146737"/>
                </a:lnTo>
                <a:lnTo>
                  <a:pt x="9265150" y="3146531"/>
                </a:lnTo>
                <a:lnTo>
                  <a:pt x="9233057" y="3152408"/>
                </a:lnTo>
                <a:lnTo>
                  <a:pt x="9231974" y="3151938"/>
                </a:lnTo>
                <a:cubicBezTo>
                  <a:pt x="9228816" y="3151020"/>
                  <a:pt x="9225099" y="3150595"/>
                  <a:pt x="9220130" y="3151189"/>
                </a:cubicBezTo>
                <a:cubicBezTo>
                  <a:pt x="9218372" y="3142213"/>
                  <a:pt x="9213458" y="3148467"/>
                  <a:pt x="9198955" y="3151015"/>
                </a:cubicBezTo>
                <a:cubicBezTo>
                  <a:pt x="9192986" y="3137641"/>
                  <a:pt x="9157451" y="3149750"/>
                  <a:pt x="9142196" y="3143802"/>
                </a:cubicBezTo>
                <a:cubicBezTo>
                  <a:pt x="9131673" y="3145976"/>
                  <a:pt x="9120437" y="3148030"/>
                  <a:pt x="9108665" y="3149868"/>
                </a:cubicBezTo>
                <a:lnTo>
                  <a:pt x="9014086" y="3150791"/>
                </a:lnTo>
                <a:lnTo>
                  <a:pt x="8915037" y="3140020"/>
                </a:lnTo>
                <a:cubicBezTo>
                  <a:pt x="8878400" y="3139785"/>
                  <a:pt x="8846675" y="3135786"/>
                  <a:pt x="8815667" y="3138606"/>
                </a:cubicBezTo>
                <a:cubicBezTo>
                  <a:pt x="8803071" y="3135495"/>
                  <a:pt x="8791199" y="3134238"/>
                  <a:pt x="8779688" y="3138895"/>
                </a:cubicBezTo>
                <a:cubicBezTo>
                  <a:pt x="8745498" y="3137342"/>
                  <a:pt x="8737221" y="3130691"/>
                  <a:pt x="8715556" y="3135878"/>
                </a:cubicBezTo>
                <a:cubicBezTo>
                  <a:pt x="8696347" y="3125121"/>
                  <a:pt x="8695210" y="3129227"/>
                  <a:pt x="8686183" y="3132307"/>
                </a:cubicBezTo>
                <a:lnTo>
                  <a:pt x="8684895" y="3132527"/>
                </a:lnTo>
                <a:lnTo>
                  <a:pt x="8682270" y="3130989"/>
                </a:lnTo>
                <a:lnTo>
                  <a:pt x="8676836" y="3130278"/>
                </a:lnTo>
                <a:lnTo>
                  <a:pt x="8662002" y="3130735"/>
                </a:lnTo>
                <a:lnTo>
                  <a:pt x="8656423" y="3131304"/>
                </a:lnTo>
                <a:cubicBezTo>
                  <a:pt x="8652581" y="3131550"/>
                  <a:pt x="8650028" y="3131521"/>
                  <a:pt x="8648261" y="3131294"/>
                </a:cubicBezTo>
                <a:lnTo>
                  <a:pt x="8648057" y="3131167"/>
                </a:lnTo>
                <a:lnTo>
                  <a:pt x="8640412" y="3131403"/>
                </a:lnTo>
                <a:cubicBezTo>
                  <a:pt x="8627510" y="3132092"/>
                  <a:pt x="8614954" y="3133035"/>
                  <a:pt x="8603003" y="3134155"/>
                </a:cubicBezTo>
                <a:cubicBezTo>
                  <a:pt x="8592897" y="3127095"/>
                  <a:pt x="8548738" y="3135435"/>
                  <a:pt x="8553571" y="3122125"/>
                </a:cubicBezTo>
                <a:cubicBezTo>
                  <a:pt x="8537450" y="3123243"/>
                  <a:pt x="8527699" y="3128769"/>
                  <a:pt x="8533128" y="3120039"/>
                </a:cubicBezTo>
                <a:cubicBezTo>
                  <a:pt x="8527821" y="3120156"/>
                  <a:pt x="8524551" y="3119414"/>
                  <a:pt x="8522209" y="3118252"/>
                </a:cubicBezTo>
                <a:lnTo>
                  <a:pt x="8521532" y="3117705"/>
                </a:lnTo>
                <a:lnTo>
                  <a:pt x="8485667" y="3120406"/>
                </a:lnTo>
                <a:lnTo>
                  <a:pt x="8480905" y="3119749"/>
                </a:lnTo>
                <a:lnTo>
                  <a:pt x="8457530" y="3122810"/>
                </a:lnTo>
                <a:lnTo>
                  <a:pt x="8445451" y="3123697"/>
                </a:lnTo>
                <a:lnTo>
                  <a:pt x="8442039" y="3125378"/>
                </a:lnTo>
                <a:cubicBezTo>
                  <a:pt x="8438355" y="3126399"/>
                  <a:pt x="8433075" y="3126839"/>
                  <a:pt x="8424215" y="3125963"/>
                </a:cubicBezTo>
                <a:lnTo>
                  <a:pt x="8422165" y="3125491"/>
                </a:lnTo>
                <a:lnTo>
                  <a:pt x="8407465" y="3127979"/>
                </a:lnTo>
                <a:cubicBezTo>
                  <a:pt x="8402731" y="3129129"/>
                  <a:pt x="8398540" y="3130592"/>
                  <a:pt x="8395146" y="3132488"/>
                </a:cubicBezTo>
                <a:cubicBezTo>
                  <a:pt x="8345093" y="3122354"/>
                  <a:pt x="8297866" y="3131626"/>
                  <a:pt x="8243538" y="3129873"/>
                </a:cubicBezTo>
                <a:cubicBezTo>
                  <a:pt x="8220052" y="3114107"/>
                  <a:pt x="8126172" y="3133411"/>
                  <a:pt x="8112685" y="3148698"/>
                </a:cubicBezTo>
                <a:cubicBezTo>
                  <a:pt x="8112380" y="3135302"/>
                  <a:pt x="8044302" y="3153542"/>
                  <a:pt x="8026741" y="3154015"/>
                </a:cubicBezTo>
                <a:cubicBezTo>
                  <a:pt x="8020887" y="3154173"/>
                  <a:pt x="8020646" y="3152357"/>
                  <a:pt x="8030400" y="3146736"/>
                </a:cubicBezTo>
                <a:cubicBezTo>
                  <a:pt x="8011739" y="3148301"/>
                  <a:pt x="7992477" y="3141339"/>
                  <a:pt x="8002987" y="3135663"/>
                </a:cubicBezTo>
                <a:cubicBezTo>
                  <a:pt x="7946297" y="3147811"/>
                  <a:pt x="7862627" y="3135732"/>
                  <a:pt x="7798568" y="3141249"/>
                </a:cubicBezTo>
                <a:cubicBezTo>
                  <a:pt x="7763645" y="3127901"/>
                  <a:pt x="7782577" y="3140251"/>
                  <a:pt x="7746353" y="3137755"/>
                </a:cubicBezTo>
                <a:cubicBezTo>
                  <a:pt x="7756261" y="3150042"/>
                  <a:pt x="7702377" y="3130861"/>
                  <a:pt x="7700395" y="3144729"/>
                </a:cubicBezTo>
                <a:cubicBezTo>
                  <a:pt x="7693866" y="3143835"/>
                  <a:pt x="7687603" y="3142532"/>
                  <a:pt x="7681335" y="3141120"/>
                </a:cubicBezTo>
                <a:lnTo>
                  <a:pt x="7678044" y="3140387"/>
                </a:lnTo>
                <a:lnTo>
                  <a:pt x="7664890" y="3139855"/>
                </a:lnTo>
                <a:lnTo>
                  <a:pt x="7661183" y="3136706"/>
                </a:lnTo>
                <a:lnTo>
                  <a:pt x="7641383" y="3133755"/>
                </a:lnTo>
                <a:cubicBezTo>
                  <a:pt x="7633967" y="3133115"/>
                  <a:pt x="7625987" y="3132967"/>
                  <a:pt x="7617169" y="3133614"/>
                </a:cubicBezTo>
                <a:cubicBezTo>
                  <a:pt x="7595475" y="3139109"/>
                  <a:pt x="7561695" y="3132374"/>
                  <a:pt x="7531143" y="3132781"/>
                </a:cubicBezTo>
                <a:lnTo>
                  <a:pt x="7517113" y="3134483"/>
                </a:lnTo>
                <a:lnTo>
                  <a:pt x="7471320" y="3131645"/>
                </a:lnTo>
                <a:cubicBezTo>
                  <a:pt x="7458285" y="3131095"/>
                  <a:pt x="7444756" y="3130805"/>
                  <a:pt x="7430512" y="3131007"/>
                </a:cubicBezTo>
                <a:lnTo>
                  <a:pt x="7404071" y="3132361"/>
                </a:lnTo>
                <a:lnTo>
                  <a:pt x="7397140" y="3131239"/>
                </a:lnTo>
                <a:cubicBezTo>
                  <a:pt x="7385068" y="3131364"/>
                  <a:pt x="7369091" y="3135313"/>
                  <a:pt x="7370514" y="3130516"/>
                </a:cubicBezTo>
                <a:lnTo>
                  <a:pt x="7356953" y="3132179"/>
                </a:lnTo>
                <a:lnTo>
                  <a:pt x="7343567" y="3128350"/>
                </a:lnTo>
                <a:cubicBezTo>
                  <a:pt x="7342101" y="3127461"/>
                  <a:pt x="7340998" y="3126514"/>
                  <a:pt x="7340295" y="3125545"/>
                </a:cubicBezTo>
                <a:lnTo>
                  <a:pt x="7321348" y="3126804"/>
                </a:lnTo>
                <a:lnTo>
                  <a:pt x="7305815" y="3124063"/>
                </a:lnTo>
                <a:lnTo>
                  <a:pt x="7292274" y="3125855"/>
                </a:lnTo>
                <a:lnTo>
                  <a:pt x="7286654" y="3125451"/>
                </a:lnTo>
                <a:lnTo>
                  <a:pt x="7272685" y="3124094"/>
                </a:lnTo>
                <a:cubicBezTo>
                  <a:pt x="7265523" y="3123143"/>
                  <a:pt x="7257508" y="3121997"/>
                  <a:pt x="7248584" y="3121080"/>
                </a:cubicBezTo>
                <a:lnTo>
                  <a:pt x="7241065" y="3120661"/>
                </a:lnTo>
                <a:lnTo>
                  <a:pt x="7224696" y="3116051"/>
                </a:lnTo>
                <a:cubicBezTo>
                  <a:pt x="7212786" y="3112566"/>
                  <a:pt x="7203412" y="3110217"/>
                  <a:pt x="7193009" y="3112108"/>
                </a:cubicBezTo>
                <a:cubicBezTo>
                  <a:pt x="7175276" y="3107606"/>
                  <a:pt x="7162888" y="3094987"/>
                  <a:pt x="7137220" y="3098354"/>
                </a:cubicBezTo>
                <a:cubicBezTo>
                  <a:pt x="7145010" y="3092637"/>
                  <a:pt x="7108715" y="3097662"/>
                  <a:pt x="7104427" y="3091790"/>
                </a:cubicBezTo>
                <a:cubicBezTo>
                  <a:pt x="7102447" y="3087061"/>
                  <a:pt x="7090976" y="3087484"/>
                  <a:pt x="7082240" y="3085740"/>
                </a:cubicBezTo>
                <a:cubicBezTo>
                  <a:pt x="7076014" y="3080911"/>
                  <a:pt x="7032058" y="3076501"/>
                  <a:pt x="7016754" y="3077196"/>
                </a:cubicBezTo>
                <a:cubicBezTo>
                  <a:pt x="6973620" y="3082001"/>
                  <a:pt x="6938923" y="3062558"/>
                  <a:pt x="6904436" y="3065900"/>
                </a:cubicBezTo>
                <a:cubicBezTo>
                  <a:pt x="6895406" y="3065445"/>
                  <a:pt x="6887919" y="3064350"/>
                  <a:pt x="6881434" y="3062865"/>
                </a:cubicBezTo>
                <a:lnTo>
                  <a:pt x="6865273" y="3057749"/>
                </a:lnTo>
                <a:cubicBezTo>
                  <a:pt x="6865072" y="3056626"/>
                  <a:pt x="6864871" y="3055502"/>
                  <a:pt x="6864671" y="3054378"/>
                </a:cubicBezTo>
                <a:lnTo>
                  <a:pt x="6852599" y="3052306"/>
                </a:lnTo>
                <a:lnTo>
                  <a:pt x="6850143" y="3051232"/>
                </a:lnTo>
                <a:cubicBezTo>
                  <a:pt x="6845470" y="3049168"/>
                  <a:pt x="6840704" y="3047206"/>
                  <a:pt x="6835301" y="3045593"/>
                </a:cubicBezTo>
                <a:cubicBezTo>
                  <a:pt x="6820447" y="3058242"/>
                  <a:pt x="6786888" y="3033956"/>
                  <a:pt x="6784871" y="3046562"/>
                </a:cubicBezTo>
                <a:cubicBezTo>
                  <a:pt x="6752593" y="3039899"/>
                  <a:pt x="6759140" y="3053646"/>
                  <a:pt x="6738245" y="3037055"/>
                </a:cubicBezTo>
                <a:cubicBezTo>
                  <a:pt x="6671880" y="3034501"/>
                  <a:pt x="6603220" y="3013245"/>
                  <a:pt x="6537703" y="3017736"/>
                </a:cubicBezTo>
                <a:cubicBezTo>
                  <a:pt x="6553051" y="3013722"/>
                  <a:pt x="6541149" y="3004943"/>
                  <a:pt x="6521858" y="3004158"/>
                </a:cubicBezTo>
                <a:cubicBezTo>
                  <a:pt x="6580141" y="2987944"/>
                  <a:pt x="6428765" y="3009117"/>
                  <a:pt x="6445069" y="2992470"/>
                </a:cubicBezTo>
                <a:cubicBezTo>
                  <a:pt x="6417897" y="3005060"/>
                  <a:pt x="6310156" y="3011743"/>
                  <a:pt x="6302447" y="2994274"/>
                </a:cubicBezTo>
                <a:cubicBezTo>
                  <a:pt x="6252173" y="2986131"/>
                  <a:pt x="6198382" y="2989085"/>
                  <a:pt x="6160029" y="2973666"/>
                </a:cubicBezTo>
                <a:cubicBezTo>
                  <a:pt x="6155014" y="2975022"/>
                  <a:pt x="6149642" y="2975878"/>
                  <a:pt x="6144046" y="2976380"/>
                </a:cubicBezTo>
                <a:lnTo>
                  <a:pt x="6127670" y="2976929"/>
                </a:lnTo>
                <a:lnTo>
                  <a:pt x="6126155" y="2976245"/>
                </a:lnTo>
                <a:cubicBezTo>
                  <a:pt x="6118509" y="2974369"/>
                  <a:pt x="6113052" y="2974144"/>
                  <a:pt x="6108575" y="2974651"/>
                </a:cubicBezTo>
                <a:lnTo>
                  <a:pt x="6103746" y="2975803"/>
                </a:lnTo>
                <a:lnTo>
                  <a:pt x="6091377" y="2975180"/>
                </a:lnTo>
                <a:lnTo>
                  <a:pt x="6066183" y="2975222"/>
                </a:lnTo>
                <a:lnTo>
                  <a:pt x="6063287" y="2974353"/>
                </a:lnTo>
                <a:lnTo>
                  <a:pt x="6054813" y="2974911"/>
                </a:lnTo>
                <a:lnTo>
                  <a:pt x="6050809" y="2973985"/>
                </a:lnTo>
                <a:lnTo>
                  <a:pt x="6013979" y="2974553"/>
                </a:lnTo>
                <a:cubicBezTo>
                  <a:pt x="6013918" y="2974361"/>
                  <a:pt x="6013860" y="2974167"/>
                  <a:pt x="6013800" y="2973973"/>
                </a:cubicBezTo>
                <a:cubicBezTo>
                  <a:pt x="6012565" y="2972689"/>
                  <a:pt x="6010070" y="2971765"/>
                  <a:pt x="6004866" y="2971570"/>
                </a:cubicBezTo>
                <a:cubicBezTo>
                  <a:pt x="6017706" y="2963268"/>
                  <a:pt x="6003515" y="2968156"/>
                  <a:pt x="5987036" y="2968315"/>
                </a:cubicBezTo>
                <a:cubicBezTo>
                  <a:pt x="6003302" y="2955458"/>
                  <a:pt x="5953573" y="2961108"/>
                  <a:pt x="5950027" y="2953546"/>
                </a:cubicBezTo>
                <a:cubicBezTo>
                  <a:pt x="5937559" y="2953953"/>
                  <a:pt x="5924668" y="2954151"/>
                  <a:pt x="5911668" y="2954074"/>
                </a:cubicBezTo>
                <a:lnTo>
                  <a:pt x="5904110" y="2953861"/>
                </a:lnTo>
                <a:cubicBezTo>
                  <a:pt x="5904082" y="2953815"/>
                  <a:pt x="5904053" y="2953769"/>
                  <a:pt x="5904026" y="2953724"/>
                </a:cubicBezTo>
                <a:cubicBezTo>
                  <a:pt x="5902528" y="2953395"/>
                  <a:pt x="5900097" y="2953219"/>
                  <a:pt x="5896189" y="2953236"/>
                </a:cubicBezTo>
                <a:lnTo>
                  <a:pt x="5890331" y="2953471"/>
                </a:lnTo>
                <a:lnTo>
                  <a:pt x="5875672" y="2953056"/>
                </a:lnTo>
                <a:lnTo>
                  <a:pt x="5871070" y="2952035"/>
                </a:lnTo>
                <a:lnTo>
                  <a:pt x="5869888" y="2950364"/>
                </a:lnTo>
                <a:lnTo>
                  <a:pt x="5868461" y="2950506"/>
                </a:lnTo>
                <a:cubicBezTo>
                  <a:pt x="5857092" y="2953019"/>
                  <a:pt x="5852416" y="2957005"/>
                  <a:pt x="5843343" y="2945262"/>
                </a:cubicBezTo>
                <a:cubicBezTo>
                  <a:pt x="5817989" y="2949116"/>
                  <a:pt x="5815840" y="2942065"/>
                  <a:pt x="5784331" y="2938531"/>
                </a:cubicBezTo>
                <a:cubicBezTo>
                  <a:pt x="5769202" y="2942455"/>
                  <a:pt x="5758885" y="2940521"/>
                  <a:pt x="5749498" y="2936713"/>
                </a:cubicBezTo>
                <a:cubicBezTo>
                  <a:pt x="5717228" y="2937683"/>
                  <a:pt x="5690227" y="2931877"/>
                  <a:pt x="5655214" y="2929503"/>
                </a:cubicBezTo>
                <a:cubicBezTo>
                  <a:pt x="5614827" y="2933899"/>
                  <a:pt x="5598877" y="2923069"/>
                  <a:pt x="5561446" y="2920575"/>
                </a:cubicBezTo>
                <a:cubicBezTo>
                  <a:pt x="5525084" y="2929276"/>
                  <a:pt x="5537471" y="2911136"/>
                  <a:pt x="5519456" y="2906631"/>
                </a:cubicBezTo>
                <a:lnTo>
                  <a:pt x="5514099" y="2906097"/>
                </a:lnTo>
                <a:lnTo>
                  <a:pt x="5499273" y="2907057"/>
                </a:lnTo>
                <a:lnTo>
                  <a:pt x="5493664" y="2907817"/>
                </a:lnTo>
                <a:cubicBezTo>
                  <a:pt x="5489815" y="2908191"/>
                  <a:pt x="5487270" y="2908250"/>
                  <a:pt x="5485530" y="2908080"/>
                </a:cubicBezTo>
                <a:lnTo>
                  <a:pt x="5485337" y="2907959"/>
                </a:lnTo>
                <a:lnTo>
                  <a:pt x="5477696" y="2908455"/>
                </a:lnTo>
                <a:cubicBezTo>
                  <a:pt x="5464775" y="2909581"/>
                  <a:pt x="5452182" y="2910951"/>
                  <a:pt x="5440170" y="2912482"/>
                </a:cubicBezTo>
                <a:cubicBezTo>
                  <a:pt x="5430698" y="2905718"/>
                  <a:pt x="5385970" y="2915593"/>
                  <a:pt x="5391911" y="2902040"/>
                </a:cubicBezTo>
                <a:cubicBezTo>
                  <a:pt x="5375744" y="2903707"/>
                  <a:pt x="5365560" y="2909594"/>
                  <a:pt x="5371708" y="2900629"/>
                </a:cubicBezTo>
                <a:cubicBezTo>
                  <a:pt x="5366408" y="2900926"/>
                  <a:pt x="5363213" y="2900288"/>
                  <a:pt x="5360976" y="2899197"/>
                </a:cubicBezTo>
                <a:lnTo>
                  <a:pt x="5360345" y="2898671"/>
                </a:lnTo>
                <a:lnTo>
                  <a:pt x="5324367" y="2902593"/>
                </a:lnTo>
                <a:lnTo>
                  <a:pt x="5319673" y="2902094"/>
                </a:lnTo>
                <a:lnTo>
                  <a:pt x="5296114" y="2905958"/>
                </a:lnTo>
                <a:lnTo>
                  <a:pt x="5283999" y="2907258"/>
                </a:lnTo>
                <a:lnTo>
                  <a:pt x="5280460" y="2909063"/>
                </a:lnTo>
                <a:cubicBezTo>
                  <a:pt x="5276699" y="2910214"/>
                  <a:pt x="5271395" y="2910834"/>
                  <a:pt x="5262637" y="2910250"/>
                </a:cubicBezTo>
                <a:lnTo>
                  <a:pt x="5260635" y="2909845"/>
                </a:lnTo>
                <a:lnTo>
                  <a:pt x="5245770" y="2912842"/>
                </a:lnTo>
                <a:cubicBezTo>
                  <a:pt x="5240955" y="2914159"/>
                  <a:pt x="5236652" y="2915770"/>
                  <a:pt x="5233108" y="2917794"/>
                </a:cubicBezTo>
                <a:cubicBezTo>
                  <a:pt x="5184071" y="2909280"/>
                  <a:pt x="5136210" y="2920197"/>
                  <a:pt x="5082201" y="2920260"/>
                </a:cubicBezTo>
                <a:lnTo>
                  <a:pt x="4939211" y="2931760"/>
                </a:lnTo>
                <a:cubicBezTo>
                  <a:pt x="4920477" y="2933960"/>
                  <a:pt x="4783353" y="2943291"/>
                  <a:pt x="4794309" y="2937227"/>
                </a:cubicBezTo>
                <a:cubicBezTo>
                  <a:pt x="4736776" y="2951353"/>
                  <a:pt x="4701995" y="2938961"/>
                  <a:pt x="4637676" y="2946666"/>
                </a:cubicBezTo>
                <a:cubicBezTo>
                  <a:pt x="4603987" y="2934412"/>
                  <a:pt x="4621816" y="2946201"/>
                  <a:pt x="4585922" y="2944906"/>
                </a:cubicBezTo>
                <a:cubicBezTo>
                  <a:pt x="4594760" y="2956935"/>
                  <a:pt x="4542663" y="2939450"/>
                  <a:pt x="4539516" y="2953466"/>
                </a:cubicBezTo>
                <a:cubicBezTo>
                  <a:pt x="4533082" y="2952789"/>
                  <a:pt x="4526953" y="2951687"/>
                  <a:pt x="4520819" y="2950477"/>
                </a:cubicBezTo>
                <a:lnTo>
                  <a:pt x="4517604" y="2949852"/>
                </a:lnTo>
                <a:lnTo>
                  <a:pt x="4504537" y="2949759"/>
                </a:lnTo>
                <a:lnTo>
                  <a:pt x="4501104" y="2946715"/>
                </a:lnTo>
                <a:lnTo>
                  <a:pt x="4342695" y="2951638"/>
                </a:lnTo>
                <a:cubicBezTo>
                  <a:pt x="4328954" y="2954609"/>
                  <a:pt x="4284038" y="2957184"/>
                  <a:pt x="4274096" y="2953640"/>
                </a:cubicBezTo>
                <a:cubicBezTo>
                  <a:pt x="4264434" y="2953346"/>
                  <a:pt x="4254047" y="2955481"/>
                  <a:pt x="4248170" y="2951384"/>
                </a:cubicBezTo>
                <a:lnTo>
                  <a:pt x="4147924" y="2945945"/>
                </a:lnTo>
                <a:cubicBezTo>
                  <a:pt x="4131656" y="2952619"/>
                  <a:pt x="4104816" y="2942907"/>
                  <a:pt x="4061825" y="2944206"/>
                </a:cubicBezTo>
                <a:cubicBezTo>
                  <a:pt x="4044045" y="2951860"/>
                  <a:pt x="4032845" y="2944993"/>
                  <a:pt x="3998557" y="2955821"/>
                </a:cubicBezTo>
                <a:cubicBezTo>
                  <a:pt x="3997072" y="2955023"/>
                  <a:pt x="3995237" y="2954313"/>
                  <a:pt x="3993107" y="2953708"/>
                </a:cubicBezTo>
                <a:cubicBezTo>
                  <a:pt x="3980729" y="2950196"/>
                  <a:pt x="3961302" y="2950972"/>
                  <a:pt x="3949713" y="2955441"/>
                </a:cubicBezTo>
                <a:cubicBezTo>
                  <a:pt x="3894925" y="2970367"/>
                  <a:pt x="3844508" y="2972262"/>
                  <a:pt x="3797284" y="2977037"/>
                </a:cubicBezTo>
                <a:cubicBezTo>
                  <a:pt x="3743822" y="2981057"/>
                  <a:pt x="3778974" y="2965129"/>
                  <a:pt x="3712498" y="2979996"/>
                </a:cubicBezTo>
                <a:cubicBezTo>
                  <a:pt x="3705202" y="2975373"/>
                  <a:pt x="3696720" y="2975524"/>
                  <a:pt x="3682471" y="2978543"/>
                </a:cubicBezTo>
                <a:cubicBezTo>
                  <a:pt x="3656488" y="2980127"/>
                  <a:pt x="3658300" y="2967587"/>
                  <a:pt x="3632163" y="2976264"/>
                </a:cubicBezTo>
                <a:cubicBezTo>
                  <a:pt x="3636766" y="2969363"/>
                  <a:pt x="3582819" y="2975892"/>
                  <a:pt x="3594728" y="2968398"/>
                </a:cubicBezTo>
                <a:cubicBezTo>
                  <a:pt x="3577705" y="2963064"/>
                  <a:pt x="3569481" y="2973476"/>
                  <a:pt x="3552594" y="2968934"/>
                </a:cubicBezTo>
                <a:cubicBezTo>
                  <a:pt x="3533613" y="2968552"/>
                  <a:pt x="3563577" y="2975594"/>
                  <a:pt x="3542589" y="2977031"/>
                </a:cubicBezTo>
                <a:cubicBezTo>
                  <a:pt x="3517131" y="2977564"/>
                  <a:pt x="3517346" y="2989828"/>
                  <a:pt x="3497591" y="2975018"/>
                </a:cubicBezTo>
                <a:lnTo>
                  <a:pt x="3429352" y="2971090"/>
                </a:lnTo>
                <a:cubicBezTo>
                  <a:pt x="3414141" y="2975624"/>
                  <a:pt x="3401904" y="2974195"/>
                  <a:pt x="3389938" y="2970884"/>
                </a:cubicBezTo>
                <a:cubicBezTo>
                  <a:pt x="3354504" y="2973297"/>
                  <a:pt x="3322178" y="2968827"/>
                  <a:pt x="3282344" y="2968084"/>
                </a:cubicBezTo>
                <a:cubicBezTo>
                  <a:pt x="3239277" y="2974224"/>
                  <a:pt x="3217192" y="2964327"/>
                  <a:pt x="3174624" y="2963576"/>
                </a:cubicBezTo>
                <a:cubicBezTo>
                  <a:pt x="3132504" y="2975210"/>
                  <a:pt x="3146911" y="2949576"/>
                  <a:pt x="3111077" y="2951285"/>
                </a:cubicBezTo>
                <a:cubicBezTo>
                  <a:pt x="3052732" y="2962418"/>
                  <a:pt x="3112543" y="2942881"/>
                  <a:pt x="3022501" y="2948619"/>
                </a:cubicBezTo>
                <a:cubicBezTo>
                  <a:pt x="3017399" y="2950352"/>
                  <a:pt x="3006521" y="2948989"/>
                  <a:pt x="3007714" y="2946762"/>
                </a:cubicBezTo>
                <a:cubicBezTo>
                  <a:pt x="2987987" y="2948105"/>
                  <a:pt x="2931270" y="2937206"/>
                  <a:pt x="2903098" y="2940576"/>
                </a:cubicBezTo>
                <a:cubicBezTo>
                  <a:pt x="2848155" y="2935894"/>
                  <a:pt x="2821430" y="2947095"/>
                  <a:pt x="2781591" y="2946394"/>
                </a:cubicBezTo>
                <a:cubicBezTo>
                  <a:pt x="2735559" y="2940279"/>
                  <a:pt x="2708563" y="2934146"/>
                  <a:pt x="2627942" y="2919996"/>
                </a:cubicBezTo>
                <a:lnTo>
                  <a:pt x="2354959" y="2882080"/>
                </a:lnTo>
                <a:cubicBezTo>
                  <a:pt x="2252426" y="2847776"/>
                  <a:pt x="2124519" y="2878188"/>
                  <a:pt x="2063184" y="2879109"/>
                </a:cubicBezTo>
                <a:cubicBezTo>
                  <a:pt x="2038620" y="2892844"/>
                  <a:pt x="2017217" y="2880735"/>
                  <a:pt x="1986946" y="2887619"/>
                </a:cubicBezTo>
                <a:cubicBezTo>
                  <a:pt x="1919067" y="2894646"/>
                  <a:pt x="1852404" y="2912737"/>
                  <a:pt x="1763479" y="2909077"/>
                </a:cubicBezTo>
                <a:cubicBezTo>
                  <a:pt x="1726097" y="2949538"/>
                  <a:pt x="1621108" y="2933327"/>
                  <a:pt x="1537980" y="2960398"/>
                </a:cubicBezTo>
                <a:cubicBezTo>
                  <a:pt x="1489205" y="2967965"/>
                  <a:pt x="1410921" y="2954082"/>
                  <a:pt x="1395229" y="2975625"/>
                </a:cubicBezTo>
                <a:cubicBezTo>
                  <a:pt x="1371975" y="2964548"/>
                  <a:pt x="1352259" y="2986116"/>
                  <a:pt x="1327834" y="2989485"/>
                </a:cubicBezTo>
                <a:cubicBezTo>
                  <a:pt x="1307734" y="2982782"/>
                  <a:pt x="1298456" y="2990289"/>
                  <a:pt x="1280757" y="2992959"/>
                </a:cubicBezTo>
                <a:cubicBezTo>
                  <a:pt x="1272383" y="2988567"/>
                  <a:pt x="1257337" y="2989790"/>
                  <a:pt x="1252582" y="2995877"/>
                </a:cubicBezTo>
                <a:cubicBezTo>
                  <a:pt x="1260705" y="3008688"/>
                  <a:pt x="1207969" y="3005420"/>
                  <a:pt x="1204670" y="3014826"/>
                </a:cubicBezTo>
                <a:cubicBezTo>
                  <a:pt x="1174431" y="3018683"/>
                  <a:pt x="1041848" y="3015513"/>
                  <a:pt x="1020457" y="3031603"/>
                </a:cubicBezTo>
                <a:cubicBezTo>
                  <a:pt x="959520" y="3042500"/>
                  <a:pt x="869308" y="3024872"/>
                  <a:pt x="843248" y="3026954"/>
                </a:cubicBezTo>
                <a:cubicBezTo>
                  <a:pt x="815646" y="3001836"/>
                  <a:pt x="694189" y="3080490"/>
                  <a:pt x="583517" y="3089095"/>
                </a:cubicBezTo>
                <a:cubicBezTo>
                  <a:pt x="568425" y="3087467"/>
                  <a:pt x="560448" y="3088013"/>
                  <a:pt x="556836" y="3094374"/>
                </a:cubicBezTo>
                <a:cubicBezTo>
                  <a:pt x="528264" y="3099747"/>
                  <a:pt x="471823" y="3109156"/>
                  <a:pt x="412089" y="3121334"/>
                </a:cubicBezTo>
                <a:cubicBezTo>
                  <a:pt x="367235" y="3131096"/>
                  <a:pt x="143790" y="3139436"/>
                  <a:pt x="83929" y="3150566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831A7EEF-D101-BFDE-DE33-82BDAE7052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905833"/>
            <a:ext cx="4215063" cy="2398713"/>
          </a:xfrm>
        </p:spPr>
        <p:txBody>
          <a:bodyPr>
            <a:normAutofit/>
          </a:bodyPr>
          <a:lstStyle/>
          <a:p>
            <a:r>
              <a:rPr lang="ko-KR" altLang="en-US"/>
              <a:t>문제 접근 </a:t>
            </a:r>
            <a:r>
              <a:rPr lang="en-US" altLang="ko-KR"/>
              <a:t>– </a:t>
            </a:r>
            <a:r>
              <a:rPr lang="ko-KR" altLang="en-US"/>
              <a:t>부분 문제</a:t>
            </a:r>
            <a:r>
              <a:rPr lang="en-US" altLang="ko-KR"/>
              <a:t>2</a:t>
            </a:r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63456251-236C-3B9A-616A-6615318F6D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8244" y="553454"/>
            <a:ext cx="7656680" cy="2469279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9F88816D-0C95-7E77-65B5-6E9D7642F4D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630779" y="3884452"/>
                <a:ext cx="5723021" cy="2398713"/>
              </a:xfrm>
            </p:spPr>
            <p:txBody>
              <a:bodyPr anchor="ctr">
                <a:normAutofit fontScale="92500" lnSpcReduction="20000"/>
              </a:bodyPr>
              <a:lstStyle/>
              <a:p>
                <a14:m>
                  <m:oMath xmlns:m="http://schemas.openxmlformats.org/officeDocument/2006/math">
                    <m:r>
                      <a:rPr lang="ko-KR" altLang="en-US" sz="1400" i="1" smtClean="0">
                        <a:latin typeface="Cambria Math" panose="02040503050406030204" pitchFamily="18" charset="0"/>
                      </a:rPr>
                      <m:t>배</m:t>
                    </m:r>
                  </m:oMath>
                </a14:m>
                <a:r>
                  <a:rPr lang="ko-KR" altLang="en-US" sz="1400" dirty="0"/>
                  <a:t>열 </a:t>
                </a:r>
                <a:r>
                  <a:rPr lang="en-US" altLang="ko-KR" sz="1400" dirty="0"/>
                  <a:t>V</a:t>
                </a:r>
                <a:r>
                  <a:rPr lang="ko-KR" altLang="en-US" sz="1400" dirty="0"/>
                  <a:t>가 주어진다</a:t>
                </a:r>
                <a:r>
                  <a:rPr lang="en-US" altLang="ko-KR" sz="1400" dirty="0"/>
                  <a:t>.</a:t>
                </a:r>
              </a:p>
              <a:p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altLang="ko-KR" sz="1400" b="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ko-KR" sz="1400" b="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ko-KR" sz="1400" b="0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ko-KR" sz="1400" b="0" i="1"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  <m:e>
                        <m:func>
                          <m:funcPr>
                            <m:ctrlPr>
                              <a:rPr lang="en-US" altLang="ko-KR" sz="1400" b="0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ko-KR" sz="1400" b="0" i="0">
                                <a:latin typeface="Cambria Math" panose="02040503050406030204" pitchFamily="18" charset="0"/>
                              </a:rPr>
                              <m:t>min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altLang="ko-KR" sz="1400" b="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ko-KR" sz="1400" b="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b="0" i="1">
                                        <a:latin typeface="Cambria Math" panose="02040503050406030204" pitchFamily="18" charset="0"/>
                                      </a:rPr>
                                      <m:t>𝑉</m:t>
                                    </m:r>
                                  </m:e>
                                  <m:sub>
                                    <m:r>
                                      <a:rPr lang="en-US" altLang="ko-KR" sz="1400" b="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altLang="ko-KR" sz="1400" b="0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ko-KR" sz="1400" b="0" i="1"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</m:e>
                            </m:d>
                          </m:e>
                        </m:func>
                      </m:e>
                    </m:nary>
                    <m:r>
                      <a:rPr lang="en-US" altLang="ko-KR" sz="1400" b="0" i="1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altLang="ko-KR" sz="1400" b="0" i="1">
                        <a:latin typeface="Cambria Math" panose="02040503050406030204" pitchFamily="18" charset="0"/>
                      </a:rPr>
                      <m:t>𝐾</m:t>
                    </m:r>
                    <m:r>
                      <a:rPr lang="ko-KR" altLang="en-US" sz="1400" i="1">
                        <a:latin typeface="Cambria Math" panose="02040503050406030204" pitchFamily="18" charset="0"/>
                      </a:rPr>
                      <m:t>를</m:t>
                    </m:r>
                  </m:oMath>
                </a14:m>
                <a:r>
                  <a:rPr lang="ko-KR" altLang="en-US" sz="1400" dirty="0"/>
                  <a:t> 만족하는 최대 </a:t>
                </a:r>
                <a:r>
                  <a:rPr lang="en-US" altLang="ko-KR" sz="1400" dirty="0"/>
                  <a:t>L</a:t>
                </a:r>
                <a:r>
                  <a:rPr lang="ko-KR" altLang="en-US" sz="1400" dirty="0"/>
                  <a:t>구하기</a:t>
                </a:r>
                <a:endParaRPr lang="en-US" altLang="ko-KR" sz="1400" dirty="0"/>
              </a:p>
              <a:p>
                <a:r>
                  <a:rPr lang="ko-KR" altLang="en-US" sz="1400" dirty="0"/>
                  <a:t>이때 </a:t>
                </a:r>
                <a14:m>
                  <m:oMath xmlns:m="http://schemas.openxmlformats.org/officeDocument/2006/math">
                    <m:r>
                      <a:rPr lang="en-US" altLang="ko-KR" sz="1400" i="1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ko-KR" sz="1400" b="0" i="1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altLang="ko-KR" sz="1400" b="0" i="1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altLang="ko-KR" sz="1400" b="0" i="1">
                        <a:latin typeface="Cambria Math" panose="02040503050406030204" pitchFamily="18" charset="0"/>
                      </a:rPr>
                      <m:t>≤</m:t>
                    </m:r>
                    <m:func>
                      <m:funcPr>
                        <m:ctrlPr>
                          <a:rPr lang="en-US" altLang="ko-KR" sz="1400" b="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ko-KR" sz="1400" b="0" i="0">
                            <a:latin typeface="Cambria Math" panose="02040503050406030204" pitchFamily="18" charset="0"/>
                          </a:rPr>
                          <m:t>max</m:t>
                        </m:r>
                      </m:fName>
                      <m:e>
                        <m:d>
                          <m:dPr>
                            <m:ctrlPr>
                              <a:rPr lang="en-US" altLang="ko-KR" sz="1400" b="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sz="1400" b="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400" b="0" i="1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  <m:sub>
                                <m:r>
                                  <a:rPr lang="en-US" altLang="ko-KR" sz="1400" b="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</m:func>
                    <m:r>
                      <a:rPr lang="en-US" altLang="ko-KR" sz="1400" b="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ko-KR" altLang="en-US" sz="1400" dirty="0"/>
                  <a:t>만족</a:t>
                </a:r>
                <a:endParaRPr lang="en-US" altLang="ko-KR" sz="1400" dirty="0"/>
              </a:p>
              <a:p>
                <a:r>
                  <a:rPr lang="ko-KR" altLang="en-US" sz="1400" dirty="0"/>
                  <a:t>방법 </a:t>
                </a:r>
                <a:r>
                  <a:rPr lang="en-US" altLang="ko-KR" sz="1400" dirty="0"/>
                  <a:t>1</a:t>
                </a:r>
              </a:p>
              <a:p>
                <a:pPr lvl="1"/>
                <a:r>
                  <a:rPr lang="en-US" altLang="ko-KR" sz="1400" dirty="0"/>
                  <a:t>L</a:t>
                </a:r>
                <a:r>
                  <a:rPr lang="ko-KR" altLang="en-US" sz="1400" dirty="0"/>
                  <a:t>이 증가할수록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altLang="ko-KR" sz="1400" b="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ko-KR" sz="1400" b="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ko-KR" sz="1400" b="0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ko-KR" sz="1400" b="0" i="1"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  <m:e>
                        <m:func>
                          <m:funcPr>
                            <m:ctrlPr>
                              <a:rPr lang="en-US" altLang="ko-KR" sz="1400" b="0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ko-KR" sz="1400" b="0" i="0">
                                <a:latin typeface="Cambria Math" panose="02040503050406030204" pitchFamily="18" charset="0"/>
                              </a:rPr>
                              <m:t>min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altLang="ko-KR" sz="1400" b="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ko-KR" sz="1400" b="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b="0" i="1">
                                        <a:latin typeface="Cambria Math" panose="02040503050406030204" pitchFamily="18" charset="0"/>
                                      </a:rPr>
                                      <m:t>𝑉</m:t>
                                    </m:r>
                                  </m:e>
                                  <m:sub>
                                    <m:r>
                                      <a:rPr lang="en-US" altLang="ko-KR" sz="1400" b="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altLang="ko-KR" sz="1400" b="0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ko-KR" sz="1400" b="0" i="1"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</m:e>
                            </m:d>
                          </m:e>
                        </m:func>
                      </m:e>
                    </m:nary>
                  </m:oMath>
                </a14:m>
                <a:r>
                  <a:rPr lang="ko-KR" altLang="en-US" sz="1400" dirty="0"/>
                  <a:t> 값이 증가 </a:t>
                </a:r>
                <a:r>
                  <a:rPr lang="en-US" altLang="ko-KR" sz="1400" dirty="0">
                    <a:sym typeface="Wingdings" panose="05000000000000000000" pitchFamily="2" charset="2"/>
                  </a:rPr>
                  <a:t> Binary Search!</a:t>
                </a:r>
              </a:p>
              <a:p>
                <a:r>
                  <a:rPr lang="ko-KR" altLang="en-US" sz="1400" dirty="0">
                    <a:sym typeface="Wingdings" panose="05000000000000000000" pitchFamily="2" charset="2"/>
                  </a:rPr>
                  <a:t>방법 </a:t>
                </a:r>
                <a:r>
                  <a:rPr lang="en-US" altLang="ko-KR" sz="1400" dirty="0">
                    <a:sym typeface="Wingdings" panose="05000000000000000000" pitchFamily="2" charset="2"/>
                  </a:rPr>
                  <a:t>2</a:t>
                </a:r>
              </a:p>
              <a:p>
                <a:pPr lvl="1"/>
                <a:r>
                  <a:rPr lang="ko-KR" altLang="en-US" sz="1400" dirty="0">
                    <a:sym typeface="Wingdings" panose="05000000000000000000" pitchFamily="2" charset="2"/>
                  </a:rPr>
                  <a:t>배열 </a:t>
                </a:r>
                <a:r>
                  <a:rPr lang="en-US" altLang="ko-KR" sz="1400" dirty="0">
                    <a:sym typeface="Wingdings" panose="05000000000000000000" pitchFamily="2" charset="2"/>
                  </a:rPr>
                  <a:t>V</a:t>
                </a:r>
                <a:r>
                  <a:rPr lang="ko-KR" altLang="en-US" sz="1400" dirty="0">
                    <a:sym typeface="Wingdings" panose="05000000000000000000" pitchFamily="2" charset="2"/>
                  </a:rPr>
                  <a:t>를 정렬하면</a:t>
                </a:r>
                <a:r>
                  <a:rPr lang="en-US" altLang="ko-KR" sz="1400" dirty="0">
                    <a:sym typeface="Wingdings" panose="05000000000000000000" pitchFamily="2" charset="2"/>
                  </a:rPr>
                  <a:t>?  prefix</a:t>
                </a:r>
                <a:r>
                  <a:rPr lang="ko-KR" altLang="en-US" sz="1400" dirty="0">
                    <a:sym typeface="Wingdings" panose="05000000000000000000" pitchFamily="2" charset="2"/>
                  </a:rPr>
                  <a:t> </a:t>
                </a:r>
                <a:r>
                  <a:rPr lang="en-US" altLang="ko-KR" sz="1400" dirty="0">
                    <a:sym typeface="Wingdings" panose="05000000000000000000" pitchFamily="2" charset="2"/>
                  </a:rPr>
                  <a:t>sum</a:t>
                </a:r>
                <a:r>
                  <a:rPr lang="ko-KR" altLang="en-US" sz="1400" dirty="0">
                    <a:sym typeface="Wingdings" panose="05000000000000000000" pitchFamily="2" charset="2"/>
                  </a:rPr>
                  <a:t> 이용</a:t>
                </a:r>
                <a:r>
                  <a:rPr lang="en-US" altLang="ko-KR" sz="1400" dirty="0">
                    <a:sym typeface="Wingdings" panose="05000000000000000000" pitchFamily="2" charset="2"/>
                  </a:rPr>
                  <a:t>!</a:t>
                </a:r>
                <a:r>
                  <a:rPr lang="ko-KR" altLang="en-US" sz="1400" dirty="0">
                    <a:sym typeface="Wingdings" panose="05000000000000000000" pitchFamily="2" charset="2"/>
                  </a:rPr>
                  <a:t> </a:t>
                </a:r>
                <a:r>
                  <a:rPr lang="en-US" altLang="ko-KR" sz="1400" dirty="0">
                    <a:sym typeface="Wingdings" panose="05000000000000000000" pitchFamily="2" charset="2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ko-KR" sz="14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𝑠</m:t>
                        </m:r>
                      </m:e>
                      <m:sub>
                        <m:r>
                          <a:rPr lang="en-US" altLang="ko-KR" sz="14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𝑘</m:t>
                        </m:r>
                      </m:sub>
                    </m:sSub>
                    <m:r>
                      <a:rPr lang="en-US" altLang="ko-KR" sz="14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altLang="ko-KR" sz="14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ko-KR" sz="14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𝑖</m:t>
                        </m:r>
                        <m:r>
                          <a:rPr lang="en-US" altLang="ko-KR" sz="14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=</m:t>
                        </m:r>
                        <m:r>
                          <a:rPr lang="en-US" altLang="ko-KR" sz="14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1</m:t>
                        </m:r>
                      </m:sub>
                      <m:sup>
                        <m:r>
                          <a:rPr lang="en-US" altLang="ko-KR" sz="14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𝑘</m:t>
                        </m:r>
                      </m:sup>
                      <m:e>
                        <m:r>
                          <a:rPr lang="en-US" altLang="ko-KR" sz="14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𝑣</m:t>
                        </m:r>
                        <m:r>
                          <a:rPr lang="en-US" altLang="ko-KR" sz="14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_</m:t>
                        </m:r>
                        <m:r>
                          <a:rPr lang="en-US" altLang="ko-KR" sz="14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𝑖</m:t>
                        </m:r>
                      </m:e>
                    </m:nary>
                  </m:oMath>
                </a14:m>
                <a:r>
                  <a:rPr lang="en-US" altLang="ko-KR" sz="1400" dirty="0">
                    <a:sym typeface="Wingdings" panose="05000000000000000000" pitchFamily="2" charset="2"/>
                  </a:rPr>
                  <a:t>)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ko-KR" sz="14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𝑠</m:t>
                        </m:r>
                      </m:e>
                      <m:sub>
                        <m:r>
                          <a:rPr lang="en-US" altLang="ko-KR" sz="14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𝑝</m:t>
                        </m:r>
                      </m:sub>
                    </m:sSub>
                    <m:r>
                      <a:rPr lang="en-US" altLang="ko-KR" sz="14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+</m:t>
                    </m:r>
                    <m:d>
                      <m:dPr>
                        <m:ctrlPr>
                          <a:rPr lang="en-US" altLang="ko-KR" sz="14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r>
                          <a:rPr lang="en-US" altLang="ko-KR" sz="14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𝑛</m:t>
                        </m:r>
                        <m:r>
                          <a:rPr lang="en-US" altLang="ko-KR" sz="14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−</m:t>
                        </m:r>
                        <m:r>
                          <a:rPr lang="en-US" altLang="ko-KR" sz="14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𝑝</m:t>
                        </m:r>
                      </m:e>
                    </m:d>
                    <m:r>
                      <a:rPr lang="en-US" altLang="ko-KR" sz="14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∗</m:t>
                    </m:r>
                    <m:r>
                      <a:rPr lang="en-US" altLang="ko-KR" sz="14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𝐿</m:t>
                    </m:r>
                    <m:r>
                      <a:rPr lang="en-US" altLang="ko-KR" sz="14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≤</m:t>
                    </m:r>
                    <m:r>
                      <a:rPr lang="en-US" altLang="ko-KR" sz="14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𝐾</m:t>
                    </m:r>
                  </m:oMath>
                </a14:m>
                <a:r>
                  <a:rPr lang="en-US" altLang="ko-KR" sz="1400" b="0" dirty="0">
                    <a:sym typeface="Wingdings" panose="05000000000000000000" pitchFamily="2" charset="2"/>
                  </a:rPr>
                  <a:t> </a:t>
                </a:r>
                <a:r>
                  <a:rPr lang="ko-KR" altLang="en-US" sz="1400" dirty="0">
                    <a:sym typeface="Wingdings" panose="05000000000000000000" pitchFamily="2" charset="2"/>
                  </a:rPr>
                  <a:t>따라서</a:t>
                </a:r>
                <a:r>
                  <a:rPr lang="en-US" altLang="ko-KR" sz="1400" dirty="0">
                    <a:sym typeface="Wingdings" panose="05000000000000000000" pitchFamily="2" charset="2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ko-KR" sz="14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𝐿</m:t>
                    </m:r>
                    <m:r>
                      <a:rPr lang="en-US" altLang="ko-KR" sz="14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≤</m:t>
                    </m:r>
                    <m:f>
                      <m:fPr>
                        <m:ctrlPr>
                          <a:rPr lang="en-US" altLang="ko-KR" sz="14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fPr>
                      <m:num>
                        <m:r>
                          <a:rPr lang="en-US" altLang="ko-KR" sz="14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𝐾</m:t>
                        </m:r>
                        <m:r>
                          <a:rPr lang="en-US" altLang="ko-KR" sz="14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 −</m:t>
                        </m:r>
                        <m:sSub>
                          <m:sSubPr>
                            <m:ctrlPr>
                              <a:rPr lang="en-US" altLang="ko-KR" sz="14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bPr>
                          <m:e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𝑠</m:t>
                            </m:r>
                          </m:e>
                          <m:sub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𝑝</m:t>
                            </m:r>
                          </m:sub>
                        </m:sSub>
                      </m:num>
                      <m:den>
                        <m:r>
                          <a:rPr lang="en-US" altLang="ko-KR" sz="14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𝑛</m:t>
                        </m:r>
                        <m:r>
                          <a:rPr lang="en-US" altLang="ko-KR" sz="14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 −</m:t>
                        </m:r>
                        <m:r>
                          <a:rPr lang="en-US" altLang="ko-KR" sz="14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𝑝</m:t>
                        </m:r>
                      </m:den>
                    </m:f>
                  </m:oMath>
                </a14:m>
                <a:endParaRPr lang="en-US" altLang="ko-KR" sz="1400" b="0" dirty="0">
                  <a:sym typeface="Wingdings" panose="05000000000000000000" pitchFamily="2" charset="2"/>
                </a:endParaRPr>
              </a:p>
              <a:p>
                <a:pPr lvl="1"/>
                <a:r>
                  <a:rPr lang="ko-KR" altLang="en-US" sz="1400" b="0" dirty="0">
                    <a:sym typeface="Wingdings" panose="05000000000000000000" pitchFamily="2" charset="2"/>
                  </a:rPr>
                  <a:t>모든 </a:t>
                </a:r>
                <a:r>
                  <a:rPr lang="en-US" altLang="ko-KR" sz="1400" dirty="0">
                    <a:sym typeface="Wingdings" panose="05000000000000000000" pitchFamily="2" charset="2"/>
                  </a:rPr>
                  <a:t>p</a:t>
                </a:r>
                <a:r>
                  <a:rPr lang="ko-KR" altLang="en-US" sz="1400" dirty="0">
                    <a:sym typeface="Wingdings" panose="05000000000000000000" pitchFamily="2" charset="2"/>
                  </a:rPr>
                  <a:t>에 대하여 최대 </a:t>
                </a:r>
                <a:r>
                  <a:rPr lang="en-US" altLang="ko-KR" sz="1400" dirty="0">
                    <a:sym typeface="Wingdings" panose="05000000000000000000" pitchFamily="2" charset="2"/>
                  </a:rPr>
                  <a:t>L </a:t>
                </a:r>
                <a:r>
                  <a:rPr lang="ko-KR" altLang="en-US" sz="1400" dirty="0">
                    <a:sym typeface="Wingdings" panose="05000000000000000000" pitchFamily="2" charset="2"/>
                  </a:rPr>
                  <a:t>계산</a:t>
                </a:r>
                <a:endParaRPr lang="en-US" altLang="ko-KR" sz="1400" dirty="0">
                  <a:sym typeface="Wingdings" panose="05000000000000000000" pitchFamily="2" charset="2"/>
                </a:endParaRPr>
              </a:p>
            </p:txBody>
          </p:sp>
        </mc:Choice>
        <mc:Fallback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9F88816D-0C95-7E77-65B5-6E9D7642F4D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630779" y="3884452"/>
                <a:ext cx="5723021" cy="2398713"/>
              </a:xfrm>
              <a:blipFill>
                <a:blip r:embed="rId3"/>
                <a:stretch>
                  <a:fillRect l="-10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DB6EE615-07DA-4E8F-4B47-C11D3670A885}"/>
              </a:ext>
            </a:extLst>
          </p:cNvPr>
          <p:cNvSpPr txBox="1"/>
          <p:nvPr/>
        </p:nvSpPr>
        <p:spPr>
          <a:xfrm>
            <a:off x="5637402" y="2973897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06453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131BAD53-4E89-4F62-BBB7-26359763ED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62756DA2-40EB-4C6F-B962-5822FFB54F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653438" cy="6858000"/>
          </a:xfrm>
          <a:custGeom>
            <a:avLst/>
            <a:gdLst>
              <a:gd name="connsiteX0" fmla="*/ 0 w 6096000"/>
              <a:gd name="connsiteY0" fmla="*/ 0 h 6858000"/>
              <a:gd name="connsiteX1" fmla="*/ 5567517 w 6096000"/>
              <a:gd name="connsiteY1" fmla="*/ 0 h 6858000"/>
              <a:gd name="connsiteX2" fmla="*/ 5566938 w 6096000"/>
              <a:gd name="connsiteY2" fmla="*/ 1705 h 6858000"/>
              <a:gd name="connsiteX3" fmla="*/ 5551594 w 6096000"/>
              <a:gd name="connsiteY3" fmla="*/ 17287 h 6858000"/>
              <a:gd name="connsiteX4" fmla="*/ 5545641 w 6096000"/>
              <a:gd name="connsiteY4" fmla="*/ 130336 h 6858000"/>
              <a:gd name="connsiteX5" fmla="*/ 5538289 w 6096000"/>
              <a:gd name="connsiteY5" fmla="*/ 187093 h 6858000"/>
              <a:gd name="connsiteX6" fmla="*/ 5545790 w 6096000"/>
              <a:gd name="connsiteY6" fmla="*/ 265704 h 6858000"/>
              <a:gd name="connsiteX7" fmla="*/ 5542313 w 6096000"/>
              <a:gd name="connsiteY7" fmla="*/ 354566 h 6858000"/>
              <a:gd name="connsiteX8" fmla="*/ 5524126 w 6096000"/>
              <a:gd name="connsiteY8" fmla="*/ 472000 h 6858000"/>
              <a:gd name="connsiteX9" fmla="*/ 5522170 w 6096000"/>
              <a:gd name="connsiteY9" fmla="*/ 473782 h 6858000"/>
              <a:gd name="connsiteX10" fmla="*/ 5521798 w 6096000"/>
              <a:gd name="connsiteY10" fmla="*/ 491380 h 6858000"/>
              <a:gd name="connsiteX11" fmla="*/ 5536419 w 6096000"/>
              <a:gd name="connsiteY11" fmla="*/ 531675 h 6858000"/>
              <a:gd name="connsiteX12" fmla="*/ 5533435 w 6096000"/>
              <a:gd name="connsiteY12" fmla="*/ 536015 h 6858000"/>
              <a:gd name="connsiteX13" fmla="*/ 5538088 w 6096000"/>
              <a:gd name="connsiteY13" fmla="*/ 572092 h 6858000"/>
              <a:gd name="connsiteX14" fmla="*/ 5536061 w 6096000"/>
              <a:gd name="connsiteY14" fmla="*/ 572511 h 6858000"/>
              <a:gd name="connsiteX15" fmla="*/ 5528218 w 6096000"/>
              <a:gd name="connsiteY15" fmla="*/ 582332 h 6858000"/>
              <a:gd name="connsiteX16" fmla="*/ 5518011 w 6096000"/>
              <a:gd name="connsiteY16" fmla="*/ 601285 h 6858000"/>
              <a:gd name="connsiteX17" fmla="*/ 5473174 w 6096000"/>
              <a:gd name="connsiteY17" fmla="*/ 681608 h 6858000"/>
              <a:gd name="connsiteX18" fmla="*/ 5472963 w 6096000"/>
              <a:gd name="connsiteY18" fmla="*/ 689151 h 6858000"/>
              <a:gd name="connsiteX19" fmla="*/ 5472485 w 6096000"/>
              <a:gd name="connsiteY19" fmla="*/ 689289 h 6858000"/>
              <a:gd name="connsiteX20" fmla="*/ 5471326 w 6096000"/>
              <a:gd name="connsiteY20" fmla="*/ 697222 h 6858000"/>
              <a:gd name="connsiteX21" fmla="*/ 5472164 w 6096000"/>
              <a:gd name="connsiteY21" fmla="*/ 717531 h 6858000"/>
              <a:gd name="connsiteX22" fmla="*/ 5468891 w 6096000"/>
              <a:gd name="connsiteY22" fmla="*/ 722494 h 6858000"/>
              <a:gd name="connsiteX23" fmla="*/ 5463081 w 6096000"/>
              <a:gd name="connsiteY23" fmla="*/ 724368 h 6858000"/>
              <a:gd name="connsiteX24" fmla="*/ 5446981 w 6096000"/>
              <a:gd name="connsiteY24" fmla="*/ 752692 h 6858000"/>
              <a:gd name="connsiteX25" fmla="*/ 5417190 w 6096000"/>
              <a:gd name="connsiteY25" fmla="*/ 816346 h 6858000"/>
              <a:gd name="connsiteX26" fmla="*/ 5388958 w 6096000"/>
              <a:gd name="connsiteY26" fmla="*/ 889417 h 6858000"/>
              <a:gd name="connsiteX27" fmla="*/ 5307044 w 6096000"/>
              <a:gd name="connsiteY27" fmla="*/ 1063288 h 6858000"/>
              <a:gd name="connsiteX28" fmla="*/ 5303837 w 6096000"/>
              <a:gd name="connsiteY28" fmla="*/ 1157176 h 6858000"/>
              <a:gd name="connsiteX29" fmla="*/ 5286494 w 6096000"/>
              <a:gd name="connsiteY29" fmla="*/ 1210776 h 6858000"/>
              <a:gd name="connsiteX30" fmla="*/ 5282463 w 6096000"/>
              <a:gd name="connsiteY30" fmla="*/ 1301993 h 6858000"/>
              <a:gd name="connsiteX31" fmla="*/ 5252235 w 6096000"/>
              <a:gd name="connsiteY31" fmla="*/ 1360879 h 6858000"/>
              <a:gd name="connsiteX32" fmla="*/ 5244497 w 6096000"/>
              <a:gd name="connsiteY32" fmla="*/ 1404045 h 6858000"/>
              <a:gd name="connsiteX33" fmla="*/ 5223823 w 6096000"/>
              <a:gd name="connsiteY33" fmla="*/ 1429568 h 6858000"/>
              <a:gd name="connsiteX34" fmla="*/ 5224851 w 6096000"/>
              <a:gd name="connsiteY34" fmla="*/ 1430305 h 6858000"/>
              <a:gd name="connsiteX35" fmla="*/ 5212394 w 6096000"/>
              <a:gd name="connsiteY35" fmla="*/ 1463304 h 6858000"/>
              <a:gd name="connsiteX36" fmla="*/ 5209958 w 6096000"/>
              <a:gd name="connsiteY36" fmla="*/ 1514846 h 6858000"/>
              <a:gd name="connsiteX37" fmla="*/ 5206417 w 6096000"/>
              <a:gd name="connsiteY37" fmla="*/ 1519731 h 6858000"/>
              <a:gd name="connsiteX38" fmla="*/ 5206640 w 6096000"/>
              <a:gd name="connsiteY38" fmla="*/ 1519929 h 6858000"/>
              <a:gd name="connsiteX39" fmla="*/ 5207632 w 6096000"/>
              <a:gd name="connsiteY39" fmla="*/ 1546022 h 6858000"/>
              <a:gd name="connsiteX40" fmla="*/ 5212030 w 6096000"/>
              <a:gd name="connsiteY40" fmla="*/ 1578752 h 6858000"/>
              <a:gd name="connsiteX41" fmla="*/ 5203533 w 6096000"/>
              <a:gd name="connsiteY41" fmla="*/ 1647555 h 6858000"/>
              <a:gd name="connsiteX42" fmla="*/ 5190877 w 6096000"/>
              <a:gd name="connsiteY42" fmla="*/ 1715685 h 6858000"/>
              <a:gd name="connsiteX43" fmla="*/ 5184235 w 6096000"/>
              <a:gd name="connsiteY43" fmla="*/ 1740358 h 6858000"/>
              <a:gd name="connsiteX44" fmla="*/ 5181475 w 6096000"/>
              <a:gd name="connsiteY44" fmla="*/ 1784314 h 6858000"/>
              <a:gd name="connsiteX45" fmla="*/ 5185845 w 6096000"/>
              <a:gd name="connsiteY45" fmla="*/ 1804434 h 6858000"/>
              <a:gd name="connsiteX46" fmla="*/ 5185068 w 6096000"/>
              <a:gd name="connsiteY46" fmla="*/ 1805316 h 6858000"/>
              <a:gd name="connsiteX47" fmla="*/ 5188593 w 6096000"/>
              <a:gd name="connsiteY47" fmla="*/ 1807109 h 6858000"/>
              <a:gd name="connsiteX48" fmla="*/ 5185920 w 6096000"/>
              <a:gd name="connsiteY48" fmla="*/ 1821003 h 6858000"/>
              <a:gd name="connsiteX49" fmla="*/ 5183543 w 6096000"/>
              <a:gd name="connsiteY49" fmla="*/ 1824832 h 6858000"/>
              <a:gd name="connsiteX50" fmla="*/ 5182235 w 6096000"/>
              <a:gd name="connsiteY50" fmla="*/ 1830429 h 6858000"/>
              <a:gd name="connsiteX51" fmla="*/ 5182525 w 6096000"/>
              <a:gd name="connsiteY51" fmla="*/ 1830569 h 6858000"/>
              <a:gd name="connsiteX52" fmla="*/ 5180663 w 6096000"/>
              <a:gd name="connsiteY52" fmla="*/ 1835810 h 6858000"/>
              <a:gd name="connsiteX53" fmla="*/ 5167452 w 6096000"/>
              <a:gd name="connsiteY53" fmla="*/ 1861483 h 6858000"/>
              <a:gd name="connsiteX54" fmla="*/ 5174266 w 6096000"/>
              <a:gd name="connsiteY54" fmla="*/ 1892417 h 6858000"/>
              <a:gd name="connsiteX55" fmla="*/ 5189262 w 6096000"/>
              <a:gd name="connsiteY55" fmla="*/ 1895114 h 6858000"/>
              <a:gd name="connsiteX56" fmla="*/ 5187100 w 6096000"/>
              <a:gd name="connsiteY56" fmla="*/ 1899379 h 6858000"/>
              <a:gd name="connsiteX57" fmla="*/ 5180471 w 6096000"/>
              <a:gd name="connsiteY57" fmla="*/ 1907867 h 6858000"/>
              <a:gd name="connsiteX58" fmla="*/ 5181361 w 6096000"/>
              <a:gd name="connsiteY58" fmla="*/ 1910265 h 6858000"/>
              <a:gd name="connsiteX59" fmla="*/ 5178268 w 6096000"/>
              <a:gd name="connsiteY59" fmla="*/ 1935584 h 6858000"/>
              <a:gd name="connsiteX60" fmla="*/ 5183619 w 6096000"/>
              <a:gd name="connsiteY60" fmla="*/ 1942021 h 6858000"/>
              <a:gd name="connsiteX61" fmla="*/ 5184480 w 6096000"/>
              <a:gd name="connsiteY61" fmla="*/ 1945112 h 6858000"/>
              <a:gd name="connsiteX62" fmla="*/ 5172776 w 6096000"/>
              <a:gd name="connsiteY62" fmla="*/ 1961162 h 6858000"/>
              <a:gd name="connsiteX63" fmla="*/ 5168513 w 6096000"/>
              <a:gd name="connsiteY63" fmla="*/ 1969445 h 6858000"/>
              <a:gd name="connsiteX64" fmla="*/ 5126597 w 6096000"/>
              <a:gd name="connsiteY64" fmla="*/ 2024270 h 6858000"/>
              <a:gd name="connsiteX65" fmla="*/ 5119528 w 6096000"/>
              <a:gd name="connsiteY65" fmla="*/ 2107942 h 6858000"/>
              <a:gd name="connsiteX66" fmla="*/ 5110356 w 6096000"/>
              <a:gd name="connsiteY66" fmla="*/ 2193455 h 6858000"/>
              <a:gd name="connsiteX67" fmla="*/ 5104992 w 6096000"/>
              <a:gd name="connsiteY67" fmla="*/ 2260088 h 6858000"/>
              <a:gd name="connsiteX68" fmla="*/ 5059439 w 6096000"/>
              <a:gd name="connsiteY68" fmla="*/ 2335735 h 6858000"/>
              <a:gd name="connsiteX69" fmla="*/ 5022061 w 6096000"/>
              <a:gd name="connsiteY69" fmla="*/ 2408995 h 6858000"/>
              <a:gd name="connsiteX70" fmla="*/ 5022253 w 6096000"/>
              <a:gd name="connsiteY70" fmla="*/ 2445869 h 6858000"/>
              <a:gd name="connsiteX71" fmla="*/ 5011426 w 6096000"/>
              <a:gd name="connsiteY71" fmla="*/ 2496499 h 6858000"/>
              <a:gd name="connsiteX72" fmla="*/ 4994224 w 6096000"/>
              <a:gd name="connsiteY72" fmla="*/ 2549900 h 6858000"/>
              <a:gd name="connsiteX73" fmla="*/ 4995245 w 6096000"/>
              <a:gd name="connsiteY73" fmla="*/ 2596456 h 6858000"/>
              <a:gd name="connsiteX74" fmla="*/ 4988570 w 6096000"/>
              <a:gd name="connsiteY74" fmla="*/ 2606088 h 6858000"/>
              <a:gd name="connsiteX75" fmla="*/ 4988371 w 6096000"/>
              <a:gd name="connsiteY75" fmla="*/ 2635351 h 6858000"/>
              <a:gd name="connsiteX76" fmla="*/ 4983212 w 6096000"/>
              <a:gd name="connsiteY76" fmla="*/ 2665666 h 6858000"/>
              <a:gd name="connsiteX77" fmla="*/ 4968234 w 6096000"/>
              <a:gd name="connsiteY77" fmla="*/ 2715895 h 6858000"/>
              <a:gd name="connsiteX78" fmla="*/ 4975888 w 6096000"/>
              <a:gd name="connsiteY78" fmla="*/ 2725052 h 6858000"/>
              <a:gd name="connsiteX79" fmla="*/ 4980195 w 6096000"/>
              <a:gd name="connsiteY79" fmla="*/ 2726489 h 6858000"/>
              <a:gd name="connsiteX80" fmla="*/ 4976218 w 6096000"/>
              <a:gd name="connsiteY80" fmla="*/ 2740278 h 6858000"/>
              <a:gd name="connsiteX81" fmla="*/ 4980571 w 6096000"/>
              <a:gd name="connsiteY81" fmla="*/ 2751112 h 6858000"/>
              <a:gd name="connsiteX82" fmla="*/ 4973893 w 6096000"/>
              <a:gd name="connsiteY82" fmla="*/ 2760208 h 6858000"/>
              <a:gd name="connsiteX83" fmla="*/ 4979005 w 6096000"/>
              <a:gd name="connsiteY83" fmla="*/ 2790136 h 6858000"/>
              <a:gd name="connsiteX84" fmla="*/ 4986137 w 6096000"/>
              <a:gd name="connsiteY84" fmla="*/ 2804183 h 6858000"/>
              <a:gd name="connsiteX85" fmla="*/ 4986175 w 6096000"/>
              <a:gd name="connsiteY85" fmla="*/ 2825860 h 6858000"/>
              <a:gd name="connsiteX86" fmla="*/ 4993936 w 6096000"/>
              <a:gd name="connsiteY86" fmla="*/ 2911749 h 6858000"/>
              <a:gd name="connsiteX87" fmla="*/ 4992563 w 6096000"/>
              <a:gd name="connsiteY87" fmla="*/ 2977278 h 6858000"/>
              <a:gd name="connsiteX88" fmla="*/ 4980516 w 6096000"/>
              <a:gd name="connsiteY88" fmla="*/ 2991092 h 6858000"/>
              <a:gd name="connsiteX89" fmla="*/ 4992801 w 6096000"/>
              <a:gd name="connsiteY89" fmla="*/ 3020247 h 6858000"/>
              <a:gd name="connsiteX90" fmla="*/ 5014805 w 6096000"/>
              <a:gd name="connsiteY90" fmla="*/ 3065434 h 6858000"/>
              <a:gd name="connsiteX91" fmla="*/ 5002733 w 6096000"/>
              <a:gd name="connsiteY91" fmla="*/ 3103777 h 6858000"/>
              <a:gd name="connsiteX92" fmla="*/ 5002941 w 6096000"/>
              <a:gd name="connsiteY92" fmla="*/ 3151828 h 6858000"/>
              <a:gd name="connsiteX93" fmla="*/ 5002883 w 6096000"/>
              <a:gd name="connsiteY93" fmla="*/ 3180546 h 6858000"/>
              <a:gd name="connsiteX94" fmla="*/ 5016711 w 6096000"/>
              <a:gd name="connsiteY94" fmla="*/ 3258677 h 6858000"/>
              <a:gd name="connsiteX95" fmla="*/ 5017918 w 6096000"/>
              <a:gd name="connsiteY95" fmla="*/ 3262610 h 6858000"/>
              <a:gd name="connsiteX96" fmla="*/ 5011672 w 6096000"/>
              <a:gd name="connsiteY96" fmla="*/ 3277179 h 6858000"/>
              <a:gd name="connsiteX97" fmla="*/ 5009344 w 6096000"/>
              <a:gd name="connsiteY97" fmla="*/ 3278130 h 6858000"/>
              <a:gd name="connsiteX98" fmla="*/ 5026770 w 6096000"/>
              <a:gd name="connsiteY98" fmla="*/ 3325671 h 6858000"/>
              <a:gd name="connsiteX99" fmla="*/ 5024571 w 6096000"/>
              <a:gd name="connsiteY99" fmla="*/ 3332072 h 6858000"/>
              <a:gd name="connsiteX100" fmla="*/ 5041705 w 6096000"/>
              <a:gd name="connsiteY100" fmla="*/ 3362948 h 6858000"/>
              <a:gd name="connsiteX101" fmla="*/ 5047477 w 6096000"/>
              <a:gd name="connsiteY101" fmla="*/ 3378959 h 6858000"/>
              <a:gd name="connsiteX102" fmla="*/ 5060758 w 6096000"/>
              <a:gd name="connsiteY102" fmla="*/ 3407057 h 6858000"/>
              <a:gd name="connsiteX103" fmla="*/ 5058968 w 6096000"/>
              <a:gd name="connsiteY103" fmla="*/ 3409825 h 6858000"/>
              <a:gd name="connsiteX104" fmla="*/ 5062667 w 6096000"/>
              <a:gd name="connsiteY104" fmla="*/ 3415218 h 6858000"/>
              <a:gd name="connsiteX105" fmla="*/ 5060928 w 6096000"/>
              <a:gd name="connsiteY105" fmla="*/ 3419880 h 6858000"/>
              <a:gd name="connsiteX106" fmla="*/ 5062923 w 6096000"/>
              <a:gd name="connsiteY106" fmla="*/ 3424545 h 6858000"/>
              <a:gd name="connsiteX107" fmla="*/ 5064623 w 6096000"/>
              <a:gd name="connsiteY107" fmla="*/ 3476412 h 6858000"/>
              <a:gd name="connsiteX108" fmla="*/ 5069684 w 6096000"/>
              <a:gd name="connsiteY108" fmla="*/ 3486850 h 6858000"/>
              <a:gd name="connsiteX109" fmla="*/ 5063339 w 6096000"/>
              <a:gd name="connsiteY109" fmla="*/ 3496391 h 6858000"/>
              <a:gd name="connsiteX110" fmla="*/ 5070139 w 6096000"/>
              <a:gd name="connsiteY110" fmla="*/ 3531201 h 6858000"/>
              <a:gd name="connsiteX111" fmla="*/ 5079896 w 6096000"/>
              <a:gd name="connsiteY111" fmla="*/ 3542019 h 6858000"/>
              <a:gd name="connsiteX112" fmla="*/ 5087540 w 6096000"/>
              <a:gd name="connsiteY112" fmla="*/ 3552249 h 6858000"/>
              <a:gd name="connsiteX113" fmla="*/ 5087902 w 6096000"/>
              <a:gd name="connsiteY113" fmla="*/ 3553678 h 6858000"/>
              <a:gd name="connsiteX114" fmla="*/ 5091509 w 6096000"/>
              <a:gd name="connsiteY114" fmla="*/ 3568021 h 6858000"/>
              <a:gd name="connsiteX115" fmla="*/ 5091934 w 6096000"/>
              <a:gd name="connsiteY115" fmla="*/ 3569719 h 6858000"/>
              <a:gd name="connsiteX116" fmla="*/ 5089362 w 6096000"/>
              <a:gd name="connsiteY116" fmla="*/ 3586412 h 6858000"/>
              <a:gd name="connsiteX117" fmla="*/ 5092358 w 6096000"/>
              <a:gd name="connsiteY117" fmla="*/ 3597336 h 6858000"/>
              <a:gd name="connsiteX118" fmla="*/ 5084254 w 6096000"/>
              <a:gd name="connsiteY118" fmla="*/ 3606007 h 6858000"/>
              <a:gd name="connsiteX119" fmla="*/ 5084281 w 6096000"/>
              <a:gd name="connsiteY119" fmla="*/ 3641228 h 6858000"/>
              <a:gd name="connsiteX120" fmla="*/ 5091848 w 6096000"/>
              <a:gd name="connsiteY120" fmla="*/ 3653088 h 6858000"/>
              <a:gd name="connsiteX121" fmla="*/ 5097436 w 6096000"/>
              <a:gd name="connsiteY121" fmla="*/ 3664114 h 6858000"/>
              <a:gd name="connsiteX122" fmla="*/ 5097518 w 6096000"/>
              <a:gd name="connsiteY122" fmla="*/ 3665569 h 6858000"/>
              <a:gd name="connsiteX123" fmla="*/ 5099829 w 6096000"/>
              <a:gd name="connsiteY123" fmla="*/ 3707357 h 6858000"/>
              <a:gd name="connsiteX124" fmla="*/ 5114696 w 6096000"/>
              <a:gd name="connsiteY124" fmla="*/ 3778166 h 6858000"/>
              <a:gd name="connsiteX125" fmla="*/ 5135379 w 6096000"/>
              <a:gd name="connsiteY125" fmla="*/ 3878222 h 6858000"/>
              <a:gd name="connsiteX126" fmla="*/ 5130138 w 6096000"/>
              <a:gd name="connsiteY126" fmla="*/ 4048117 h 6858000"/>
              <a:gd name="connsiteX127" fmla="*/ 5090040 w 6096000"/>
              <a:gd name="connsiteY127" fmla="*/ 4219510 h 6858000"/>
              <a:gd name="connsiteX128" fmla="*/ 5092812 w 6096000"/>
              <a:gd name="connsiteY128" fmla="*/ 4411258 h 6858000"/>
              <a:gd name="connsiteX129" fmla="*/ 5084599 w 6096000"/>
              <a:gd name="connsiteY129" fmla="*/ 4488531 h 6858000"/>
              <a:gd name="connsiteX130" fmla="*/ 5084072 w 6096000"/>
              <a:gd name="connsiteY130" fmla="*/ 4539168 h 6858000"/>
              <a:gd name="connsiteX131" fmla="*/ 5068936 w 6096000"/>
              <a:gd name="connsiteY131" fmla="*/ 4625153 h 6858000"/>
              <a:gd name="connsiteX132" fmla="*/ 5059114 w 6096000"/>
              <a:gd name="connsiteY132" fmla="*/ 4733115 h 6858000"/>
              <a:gd name="connsiteX133" fmla="*/ 5037209 w 6096000"/>
              <a:gd name="connsiteY133" fmla="*/ 4844323 h 6858000"/>
              <a:gd name="connsiteX134" fmla="*/ 5020638 w 6096000"/>
              <a:gd name="connsiteY134" fmla="*/ 4877992 h 6858000"/>
              <a:gd name="connsiteX135" fmla="*/ 5006413 w 6096000"/>
              <a:gd name="connsiteY135" fmla="*/ 4925805 h 6858000"/>
              <a:gd name="connsiteX136" fmla="*/ 4971037 w 6096000"/>
              <a:gd name="connsiteY136" fmla="*/ 5009272 h 6858000"/>
              <a:gd name="connsiteX137" fmla="*/ 4963105 w 6096000"/>
              <a:gd name="connsiteY137" fmla="*/ 5111369 h 6858000"/>
              <a:gd name="connsiteX138" fmla="*/ 4976341 w 6096000"/>
              <a:gd name="connsiteY138" fmla="*/ 5210876 h 6858000"/>
              <a:gd name="connsiteX139" fmla="*/ 4980617 w 6096000"/>
              <a:gd name="connsiteY139" fmla="*/ 5269726 h 6858000"/>
              <a:gd name="connsiteX140" fmla="*/ 4997733 w 6096000"/>
              <a:gd name="connsiteY140" fmla="*/ 5464225 h 6858000"/>
              <a:gd name="connsiteX141" fmla="*/ 5001400 w 6096000"/>
              <a:gd name="connsiteY141" fmla="*/ 5594585 h 6858000"/>
              <a:gd name="connsiteX142" fmla="*/ 4983700 w 6096000"/>
              <a:gd name="connsiteY142" fmla="*/ 5667896 h 6858000"/>
              <a:gd name="connsiteX143" fmla="*/ 4968506 w 6096000"/>
              <a:gd name="connsiteY143" fmla="*/ 5769225 h 6858000"/>
              <a:gd name="connsiteX144" fmla="*/ 4969765 w 6096000"/>
              <a:gd name="connsiteY144" fmla="*/ 5823324 h 6858000"/>
              <a:gd name="connsiteX145" fmla="*/ 4966129 w 6096000"/>
              <a:gd name="connsiteY145" fmla="*/ 5862699 h 6858000"/>
              <a:gd name="connsiteX146" fmla="*/ 4970695 w 6096000"/>
              <a:gd name="connsiteY146" fmla="*/ 5906467 h 6858000"/>
              <a:gd name="connsiteX147" fmla="*/ 4991568 w 6096000"/>
              <a:gd name="connsiteY147" fmla="*/ 5939847 h 6858000"/>
              <a:gd name="connsiteX148" fmla="*/ 4986815 w 6096000"/>
              <a:gd name="connsiteY148" fmla="*/ 5973994 h 6858000"/>
              <a:gd name="connsiteX149" fmla="*/ 4987776 w 6096000"/>
              <a:gd name="connsiteY149" fmla="*/ 6089693 h 6858000"/>
              <a:gd name="connsiteX150" fmla="*/ 4991621 w 6096000"/>
              <a:gd name="connsiteY150" fmla="*/ 6224938 h 6858000"/>
              <a:gd name="connsiteX151" fmla="*/ 5017157 w 6096000"/>
              <a:gd name="connsiteY151" fmla="*/ 6370251 h 6858000"/>
              <a:gd name="connsiteX152" fmla="*/ 5040797 w 6096000"/>
              <a:gd name="connsiteY152" fmla="*/ 6541313 h 6858000"/>
              <a:gd name="connsiteX153" fmla="*/ 5045375 w 6096000"/>
              <a:gd name="connsiteY153" fmla="*/ 6640957 h 6858000"/>
              <a:gd name="connsiteX154" fmla="*/ 5058442 w 6096000"/>
              <a:gd name="connsiteY154" fmla="*/ 6705297 h 6858000"/>
              <a:gd name="connsiteX155" fmla="*/ 5071125 w 6096000"/>
              <a:gd name="connsiteY155" fmla="*/ 6759582 h 6858000"/>
              <a:gd name="connsiteX156" fmla="*/ 5069172 w 6096000"/>
              <a:gd name="connsiteY156" fmla="*/ 6817746 h 6858000"/>
              <a:gd name="connsiteX157" fmla="*/ 5072322 w 6096000"/>
              <a:gd name="connsiteY157" fmla="*/ 6843646 h 6858000"/>
              <a:gd name="connsiteX158" fmla="*/ 5091388 w 6096000"/>
              <a:gd name="connsiteY158" fmla="*/ 6857998 h 6858000"/>
              <a:gd name="connsiteX159" fmla="*/ 6096000 w 6096000"/>
              <a:gd name="connsiteY159" fmla="*/ 6857998 h 6858000"/>
              <a:gd name="connsiteX160" fmla="*/ 6096000 w 6096000"/>
              <a:gd name="connsiteY160" fmla="*/ 6858000 h 6858000"/>
              <a:gd name="connsiteX161" fmla="*/ 0 w 6096000"/>
              <a:gd name="connsiteY16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5567517" y="0"/>
                </a:lnTo>
                <a:lnTo>
                  <a:pt x="5566938" y="1705"/>
                </a:lnTo>
                <a:cubicBezTo>
                  <a:pt x="5563126" y="8440"/>
                  <a:pt x="5558112" y="13784"/>
                  <a:pt x="5551594" y="17287"/>
                </a:cubicBezTo>
                <a:cubicBezTo>
                  <a:pt x="5562364" y="82036"/>
                  <a:pt x="5510349" y="69804"/>
                  <a:pt x="5545641" y="130336"/>
                </a:cubicBezTo>
                <a:cubicBezTo>
                  <a:pt x="5526953" y="117589"/>
                  <a:pt x="5536978" y="162458"/>
                  <a:pt x="5538289" y="187093"/>
                </a:cubicBezTo>
                <a:cubicBezTo>
                  <a:pt x="5536205" y="226511"/>
                  <a:pt x="5545722" y="205530"/>
                  <a:pt x="5545790" y="265704"/>
                </a:cubicBezTo>
                <a:cubicBezTo>
                  <a:pt x="5542296" y="317533"/>
                  <a:pt x="5543813" y="325288"/>
                  <a:pt x="5542313" y="354566"/>
                </a:cubicBezTo>
                <a:lnTo>
                  <a:pt x="5524126" y="472000"/>
                </a:lnTo>
                <a:lnTo>
                  <a:pt x="5522170" y="473782"/>
                </a:lnTo>
                <a:cubicBezTo>
                  <a:pt x="5517847" y="482008"/>
                  <a:pt x="5518682" y="487340"/>
                  <a:pt x="5521798" y="491380"/>
                </a:cubicBezTo>
                <a:lnTo>
                  <a:pt x="5536419" y="531675"/>
                </a:lnTo>
                <a:lnTo>
                  <a:pt x="5533435" y="536015"/>
                </a:lnTo>
                <a:lnTo>
                  <a:pt x="5538088" y="572092"/>
                </a:lnTo>
                <a:lnTo>
                  <a:pt x="5536061" y="572511"/>
                </a:lnTo>
                <a:cubicBezTo>
                  <a:pt x="5531611" y="574271"/>
                  <a:pt x="5528529" y="577121"/>
                  <a:pt x="5528218" y="582332"/>
                </a:cubicBezTo>
                <a:cubicBezTo>
                  <a:pt x="5498002" y="573171"/>
                  <a:pt x="5516262" y="585107"/>
                  <a:pt x="5518011" y="601285"/>
                </a:cubicBezTo>
                <a:cubicBezTo>
                  <a:pt x="5508838" y="617831"/>
                  <a:pt x="5480684" y="666964"/>
                  <a:pt x="5473174" y="681608"/>
                </a:cubicBezTo>
                <a:cubicBezTo>
                  <a:pt x="5473102" y="684122"/>
                  <a:pt x="5473033" y="686637"/>
                  <a:pt x="5472963" y="689151"/>
                </a:cubicBezTo>
                <a:lnTo>
                  <a:pt x="5472485" y="689289"/>
                </a:lnTo>
                <a:cubicBezTo>
                  <a:pt x="5471434" y="690905"/>
                  <a:pt x="5470986" y="693376"/>
                  <a:pt x="5471326" y="697222"/>
                </a:cubicBezTo>
                <a:cubicBezTo>
                  <a:pt x="5471606" y="703992"/>
                  <a:pt x="5471884" y="710761"/>
                  <a:pt x="5472164" y="717531"/>
                </a:cubicBezTo>
                <a:lnTo>
                  <a:pt x="5468891" y="722494"/>
                </a:lnTo>
                <a:lnTo>
                  <a:pt x="5463081" y="724368"/>
                </a:lnTo>
                <a:lnTo>
                  <a:pt x="5446981" y="752692"/>
                </a:lnTo>
                <a:cubicBezTo>
                  <a:pt x="5454691" y="764380"/>
                  <a:pt x="5422719" y="808083"/>
                  <a:pt x="5417190" y="816346"/>
                </a:cubicBezTo>
                <a:lnTo>
                  <a:pt x="5388958" y="889417"/>
                </a:lnTo>
                <a:cubicBezTo>
                  <a:pt x="5320491" y="969963"/>
                  <a:pt x="5321907" y="1005331"/>
                  <a:pt x="5307044" y="1063288"/>
                </a:cubicBezTo>
                <a:cubicBezTo>
                  <a:pt x="5313332" y="1111028"/>
                  <a:pt x="5317096" y="1110140"/>
                  <a:pt x="5303837" y="1157176"/>
                </a:cubicBezTo>
                <a:cubicBezTo>
                  <a:pt x="5301103" y="1192124"/>
                  <a:pt x="5301884" y="1197232"/>
                  <a:pt x="5286494" y="1210776"/>
                </a:cubicBezTo>
                <a:lnTo>
                  <a:pt x="5282463" y="1301993"/>
                </a:lnTo>
                <a:lnTo>
                  <a:pt x="5252235" y="1360879"/>
                </a:lnTo>
                <a:lnTo>
                  <a:pt x="5244497" y="1404045"/>
                </a:lnTo>
                <a:lnTo>
                  <a:pt x="5223823" y="1429568"/>
                </a:lnTo>
                <a:lnTo>
                  <a:pt x="5224851" y="1430305"/>
                </a:lnTo>
                <a:cubicBezTo>
                  <a:pt x="5226697" y="1432466"/>
                  <a:pt x="5214738" y="1459891"/>
                  <a:pt x="5212394" y="1463304"/>
                </a:cubicBezTo>
                <a:cubicBezTo>
                  <a:pt x="5209912" y="1477394"/>
                  <a:pt x="5213027" y="1501295"/>
                  <a:pt x="5209958" y="1514846"/>
                </a:cubicBezTo>
                <a:lnTo>
                  <a:pt x="5206417" y="1519731"/>
                </a:lnTo>
                <a:lnTo>
                  <a:pt x="5206640" y="1519929"/>
                </a:lnTo>
                <a:cubicBezTo>
                  <a:pt x="5206490" y="1521210"/>
                  <a:pt x="5209710" y="1543635"/>
                  <a:pt x="5207632" y="1546022"/>
                </a:cubicBezTo>
                <a:lnTo>
                  <a:pt x="5212030" y="1578752"/>
                </a:lnTo>
                <a:cubicBezTo>
                  <a:pt x="5206147" y="1605585"/>
                  <a:pt x="5226381" y="1622803"/>
                  <a:pt x="5203533" y="1647555"/>
                </a:cubicBezTo>
                <a:cubicBezTo>
                  <a:pt x="5198128" y="1672675"/>
                  <a:pt x="5203213" y="1694404"/>
                  <a:pt x="5190877" y="1715685"/>
                </a:cubicBezTo>
                <a:cubicBezTo>
                  <a:pt x="5196815" y="1724301"/>
                  <a:pt x="5198098" y="1732435"/>
                  <a:pt x="5184235" y="1740358"/>
                </a:cubicBezTo>
                <a:cubicBezTo>
                  <a:pt x="5182625" y="1763793"/>
                  <a:pt x="5198368" y="1769422"/>
                  <a:pt x="5181475" y="1784314"/>
                </a:cubicBezTo>
                <a:cubicBezTo>
                  <a:pt x="5205987" y="1797417"/>
                  <a:pt x="5195246" y="1798221"/>
                  <a:pt x="5185845" y="1804434"/>
                </a:cubicBezTo>
                <a:lnTo>
                  <a:pt x="5185068" y="1805316"/>
                </a:lnTo>
                <a:lnTo>
                  <a:pt x="5188593" y="1807109"/>
                </a:lnTo>
                <a:lnTo>
                  <a:pt x="5185920" y="1821003"/>
                </a:lnTo>
                <a:lnTo>
                  <a:pt x="5183543" y="1824832"/>
                </a:lnTo>
                <a:cubicBezTo>
                  <a:pt x="5182284" y="1827468"/>
                  <a:pt x="5181937" y="1829219"/>
                  <a:pt x="5182235" y="1830429"/>
                </a:cubicBezTo>
                <a:lnTo>
                  <a:pt x="5182525" y="1830569"/>
                </a:lnTo>
                <a:lnTo>
                  <a:pt x="5180663" y="1835810"/>
                </a:lnTo>
                <a:cubicBezTo>
                  <a:pt x="5176779" y="1844665"/>
                  <a:pt x="5172297" y="1853278"/>
                  <a:pt x="5167452" y="1861483"/>
                </a:cubicBezTo>
                <a:cubicBezTo>
                  <a:pt x="5179827" y="1866643"/>
                  <a:pt x="5166788" y="1884999"/>
                  <a:pt x="5174266" y="1892417"/>
                </a:cubicBezTo>
                <a:lnTo>
                  <a:pt x="5189262" y="1895114"/>
                </a:lnTo>
                <a:lnTo>
                  <a:pt x="5187100" y="1899379"/>
                </a:lnTo>
                <a:lnTo>
                  <a:pt x="5180471" y="1907867"/>
                </a:lnTo>
                <a:cubicBezTo>
                  <a:pt x="5179609" y="1909162"/>
                  <a:pt x="5179647" y="1909994"/>
                  <a:pt x="5181361" y="1910265"/>
                </a:cubicBezTo>
                <a:cubicBezTo>
                  <a:pt x="5180995" y="1914884"/>
                  <a:pt x="5177893" y="1930292"/>
                  <a:pt x="5178268" y="1935584"/>
                </a:cubicBezTo>
                <a:lnTo>
                  <a:pt x="5183619" y="1942021"/>
                </a:lnTo>
                <a:lnTo>
                  <a:pt x="5184480" y="1945112"/>
                </a:lnTo>
                <a:lnTo>
                  <a:pt x="5172776" y="1961162"/>
                </a:lnTo>
                <a:lnTo>
                  <a:pt x="5168513" y="1969445"/>
                </a:lnTo>
                <a:lnTo>
                  <a:pt x="5126597" y="2024270"/>
                </a:lnTo>
                <a:lnTo>
                  <a:pt x="5119528" y="2107942"/>
                </a:lnTo>
                <a:cubicBezTo>
                  <a:pt x="5089290" y="2138038"/>
                  <a:pt x="5110415" y="2159228"/>
                  <a:pt x="5110356" y="2193455"/>
                </a:cubicBezTo>
                <a:cubicBezTo>
                  <a:pt x="5101302" y="2220953"/>
                  <a:pt x="5110381" y="2224200"/>
                  <a:pt x="5104992" y="2260088"/>
                </a:cubicBezTo>
                <a:cubicBezTo>
                  <a:pt x="5096504" y="2291744"/>
                  <a:pt x="5078225" y="2299003"/>
                  <a:pt x="5059439" y="2335735"/>
                </a:cubicBezTo>
                <a:cubicBezTo>
                  <a:pt x="5029465" y="2329020"/>
                  <a:pt x="5058046" y="2407546"/>
                  <a:pt x="5022061" y="2408995"/>
                </a:cubicBezTo>
                <a:cubicBezTo>
                  <a:pt x="5023289" y="2413465"/>
                  <a:pt x="5019654" y="2441580"/>
                  <a:pt x="5022253" y="2445869"/>
                </a:cubicBezTo>
                <a:cubicBezTo>
                  <a:pt x="5022440" y="2449625"/>
                  <a:pt x="5011241" y="2492743"/>
                  <a:pt x="5011426" y="2496499"/>
                </a:cubicBezTo>
                <a:lnTo>
                  <a:pt x="4994224" y="2549900"/>
                </a:lnTo>
                <a:cubicBezTo>
                  <a:pt x="4992353" y="2564757"/>
                  <a:pt x="4998952" y="2582253"/>
                  <a:pt x="4995245" y="2596456"/>
                </a:cubicBezTo>
                <a:lnTo>
                  <a:pt x="4988570" y="2606088"/>
                </a:lnTo>
                <a:cubicBezTo>
                  <a:pt x="4988504" y="2615842"/>
                  <a:pt x="4988436" y="2625597"/>
                  <a:pt x="4988371" y="2635351"/>
                </a:cubicBezTo>
                <a:lnTo>
                  <a:pt x="4983212" y="2665666"/>
                </a:lnTo>
                <a:lnTo>
                  <a:pt x="4968234" y="2715895"/>
                </a:lnTo>
                <a:lnTo>
                  <a:pt x="4975888" y="2725052"/>
                </a:lnTo>
                <a:lnTo>
                  <a:pt x="4980195" y="2726489"/>
                </a:lnTo>
                <a:lnTo>
                  <a:pt x="4976218" y="2740278"/>
                </a:lnTo>
                <a:lnTo>
                  <a:pt x="4980571" y="2751112"/>
                </a:lnTo>
                <a:lnTo>
                  <a:pt x="4973893" y="2760208"/>
                </a:lnTo>
                <a:lnTo>
                  <a:pt x="4979005" y="2790136"/>
                </a:lnTo>
                <a:lnTo>
                  <a:pt x="4986137" y="2804183"/>
                </a:lnTo>
                <a:cubicBezTo>
                  <a:pt x="4986150" y="2811409"/>
                  <a:pt x="4986162" y="2818634"/>
                  <a:pt x="4986175" y="2825860"/>
                </a:cubicBezTo>
                <a:cubicBezTo>
                  <a:pt x="4987474" y="2843788"/>
                  <a:pt x="4992871" y="2886513"/>
                  <a:pt x="4993936" y="2911749"/>
                </a:cubicBezTo>
                <a:cubicBezTo>
                  <a:pt x="4993313" y="2946689"/>
                  <a:pt x="4980300" y="2954448"/>
                  <a:pt x="4992563" y="2977278"/>
                </a:cubicBezTo>
                <a:cubicBezTo>
                  <a:pt x="4985688" y="2983455"/>
                  <a:pt x="4982051" y="2987749"/>
                  <a:pt x="4980516" y="2991092"/>
                </a:cubicBezTo>
                <a:cubicBezTo>
                  <a:pt x="4975910" y="3001119"/>
                  <a:pt x="4990216" y="3002537"/>
                  <a:pt x="4992801" y="3020247"/>
                </a:cubicBezTo>
                <a:cubicBezTo>
                  <a:pt x="4998517" y="3032637"/>
                  <a:pt x="5013148" y="3051512"/>
                  <a:pt x="5014805" y="3065434"/>
                </a:cubicBezTo>
                <a:cubicBezTo>
                  <a:pt x="4998836" y="3057428"/>
                  <a:pt x="5016840" y="3105196"/>
                  <a:pt x="5002733" y="3103777"/>
                </a:cubicBezTo>
                <a:cubicBezTo>
                  <a:pt x="5022381" y="3124610"/>
                  <a:pt x="4997365" y="3128169"/>
                  <a:pt x="5002941" y="3151828"/>
                </a:cubicBezTo>
                <a:cubicBezTo>
                  <a:pt x="5010264" y="3163902"/>
                  <a:pt x="5011356" y="3171780"/>
                  <a:pt x="5002883" y="3180546"/>
                </a:cubicBezTo>
                <a:cubicBezTo>
                  <a:pt x="5038586" y="3236545"/>
                  <a:pt x="5003723" y="3210316"/>
                  <a:pt x="5016711" y="3258677"/>
                </a:cubicBezTo>
                <a:lnTo>
                  <a:pt x="5017918" y="3262610"/>
                </a:lnTo>
                <a:lnTo>
                  <a:pt x="5011672" y="3277179"/>
                </a:lnTo>
                <a:lnTo>
                  <a:pt x="5009344" y="3278130"/>
                </a:lnTo>
                <a:lnTo>
                  <a:pt x="5026770" y="3325671"/>
                </a:lnTo>
                <a:lnTo>
                  <a:pt x="5024571" y="3332072"/>
                </a:lnTo>
                <a:lnTo>
                  <a:pt x="5041705" y="3362948"/>
                </a:lnTo>
                <a:lnTo>
                  <a:pt x="5047477" y="3378959"/>
                </a:lnTo>
                <a:lnTo>
                  <a:pt x="5060758" y="3407057"/>
                </a:lnTo>
                <a:lnTo>
                  <a:pt x="5058968" y="3409825"/>
                </a:lnTo>
                <a:lnTo>
                  <a:pt x="5062667" y="3415218"/>
                </a:lnTo>
                <a:lnTo>
                  <a:pt x="5060928" y="3419880"/>
                </a:lnTo>
                <a:lnTo>
                  <a:pt x="5062923" y="3424545"/>
                </a:lnTo>
                <a:cubicBezTo>
                  <a:pt x="5063537" y="3433967"/>
                  <a:pt x="5063494" y="3466028"/>
                  <a:pt x="5064623" y="3476412"/>
                </a:cubicBezTo>
                <a:lnTo>
                  <a:pt x="5069684" y="3486850"/>
                </a:lnTo>
                <a:lnTo>
                  <a:pt x="5063339" y="3496391"/>
                </a:lnTo>
                <a:lnTo>
                  <a:pt x="5070139" y="3531201"/>
                </a:lnTo>
                <a:lnTo>
                  <a:pt x="5079896" y="3542019"/>
                </a:lnTo>
                <a:lnTo>
                  <a:pt x="5087540" y="3552249"/>
                </a:lnTo>
                <a:lnTo>
                  <a:pt x="5087902" y="3553678"/>
                </a:lnTo>
                <a:lnTo>
                  <a:pt x="5091509" y="3568021"/>
                </a:lnTo>
                <a:lnTo>
                  <a:pt x="5091934" y="3569719"/>
                </a:lnTo>
                <a:lnTo>
                  <a:pt x="5089362" y="3586412"/>
                </a:lnTo>
                <a:lnTo>
                  <a:pt x="5092358" y="3597336"/>
                </a:lnTo>
                <a:lnTo>
                  <a:pt x="5084254" y="3606007"/>
                </a:lnTo>
                <a:cubicBezTo>
                  <a:pt x="5084262" y="3617747"/>
                  <a:pt x="5084273" y="3629488"/>
                  <a:pt x="5084281" y="3641228"/>
                </a:cubicBezTo>
                <a:lnTo>
                  <a:pt x="5091848" y="3653088"/>
                </a:lnTo>
                <a:lnTo>
                  <a:pt x="5097436" y="3664114"/>
                </a:lnTo>
                <a:cubicBezTo>
                  <a:pt x="5097463" y="3664599"/>
                  <a:pt x="5097491" y="3665084"/>
                  <a:pt x="5097518" y="3665569"/>
                </a:cubicBezTo>
                <a:cubicBezTo>
                  <a:pt x="5097915" y="3672776"/>
                  <a:pt x="5096966" y="3688591"/>
                  <a:pt x="5099829" y="3707357"/>
                </a:cubicBezTo>
                <a:cubicBezTo>
                  <a:pt x="5100505" y="3724716"/>
                  <a:pt x="5118078" y="3760234"/>
                  <a:pt x="5114696" y="3778166"/>
                </a:cubicBezTo>
                <a:cubicBezTo>
                  <a:pt x="5141627" y="3845122"/>
                  <a:pt x="5125427" y="3821305"/>
                  <a:pt x="5135379" y="3878222"/>
                </a:cubicBezTo>
                <a:cubicBezTo>
                  <a:pt x="5161519" y="3905047"/>
                  <a:pt x="5125417" y="4015047"/>
                  <a:pt x="5130138" y="4048117"/>
                </a:cubicBezTo>
                <a:cubicBezTo>
                  <a:pt x="5081804" y="4192084"/>
                  <a:pt x="5096262" y="4158987"/>
                  <a:pt x="5090040" y="4219510"/>
                </a:cubicBezTo>
                <a:cubicBezTo>
                  <a:pt x="5104553" y="4280033"/>
                  <a:pt x="5065380" y="4345686"/>
                  <a:pt x="5092812" y="4411258"/>
                </a:cubicBezTo>
                <a:cubicBezTo>
                  <a:pt x="5090630" y="4437329"/>
                  <a:pt x="5083878" y="4473140"/>
                  <a:pt x="5084599" y="4488531"/>
                </a:cubicBezTo>
                <a:cubicBezTo>
                  <a:pt x="5084423" y="4505410"/>
                  <a:pt x="5084248" y="4522289"/>
                  <a:pt x="5084072" y="4539168"/>
                </a:cubicBezTo>
                <a:cubicBezTo>
                  <a:pt x="5072114" y="4567830"/>
                  <a:pt x="5064305" y="4588197"/>
                  <a:pt x="5068936" y="4625153"/>
                </a:cubicBezTo>
                <a:cubicBezTo>
                  <a:pt x="5077433" y="4662889"/>
                  <a:pt x="5065899" y="4679357"/>
                  <a:pt x="5059114" y="4733115"/>
                </a:cubicBezTo>
                <a:cubicBezTo>
                  <a:pt x="5068687" y="4752352"/>
                  <a:pt x="5055370" y="4832308"/>
                  <a:pt x="5037209" y="4844323"/>
                </a:cubicBezTo>
                <a:cubicBezTo>
                  <a:pt x="5033444" y="4857054"/>
                  <a:pt x="5040194" y="4871554"/>
                  <a:pt x="5020638" y="4877992"/>
                </a:cubicBezTo>
                <a:cubicBezTo>
                  <a:pt x="4997151" y="4888353"/>
                  <a:pt x="5034418" y="4931200"/>
                  <a:pt x="5006413" y="4925805"/>
                </a:cubicBezTo>
                <a:cubicBezTo>
                  <a:pt x="5031964" y="4956261"/>
                  <a:pt x="4982840" y="4982633"/>
                  <a:pt x="4971037" y="5009272"/>
                </a:cubicBezTo>
                <a:cubicBezTo>
                  <a:pt x="4973259" y="5034036"/>
                  <a:pt x="4968375" y="5053859"/>
                  <a:pt x="4963105" y="5111369"/>
                </a:cubicBezTo>
                <a:cubicBezTo>
                  <a:pt x="4973224" y="5141336"/>
                  <a:pt x="4937413" y="5161742"/>
                  <a:pt x="4976341" y="5210876"/>
                </a:cubicBezTo>
                <a:cubicBezTo>
                  <a:pt x="4972455" y="5212581"/>
                  <a:pt x="4977054" y="5227501"/>
                  <a:pt x="4980617" y="5269726"/>
                </a:cubicBezTo>
                <a:cubicBezTo>
                  <a:pt x="4984182" y="5311951"/>
                  <a:pt x="4990390" y="5400671"/>
                  <a:pt x="4997733" y="5464225"/>
                </a:cubicBezTo>
                <a:cubicBezTo>
                  <a:pt x="5001765" y="5536542"/>
                  <a:pt x="4990225" y="5517959"/>
                  <a:pt x="5001400" y="5594585"/>
                </a:cubicBezTo>
                <a:cubicBezTo>
                  <a:pt x="4999908" y="5619318"/>
                  <a:pt x="4974042" y="5647975"/>
                  <a:pt x="4983700" y="5667896"/>
                </a:cubicBezTo>
                <a:cubicBezTo>
                  <a:pt x="4976834" y="5696311"/>
                  <a:pt x="4975579" y="5738356"/>
                  <a:pt x="4968506" y="5769225"/>
                </a:cubicBezTo>
                <a:cubicBezTo>
                  <a:pt x="4968926" y="5787258"/>
                  <a:pt x="4969344" y="5805291"/>
                  <a:pt x="4969765" y="5823324"/>
                </a:cubicBezTo>
                <a:cubicBezTo>
                  <a:pt x="4966122" y="5853058"/>
                  <a:pt x="4965608" y="5838948"/>
                  <a:pt x="4966129" y="5862699"/>
                </a:cubicBezTo>
                <a:lnTo>
                  <a:pt x="4970695" y="5906467"/>
                </a:lnTo>
                <a:lnTo>
                  <a:pt x="4991568" y="5939847"/>
                </a:lnTo>
                <a:cubicBezTo>
                  <a:pt x="4998848" y="5955713"/>
                  <a:pt x="4974731" y="5940131"/>
                  <a:pt x="4986815" y="5973994"/>
                </a:cubicBezTo>
                <a:cubicBezTo>
                  <a:pt x="4961187" y="5997051"/>
                  <a:pt x="4983444" y="6032039"/>
                  <a:pt x="4987776" y="6089693"/>
                </a:cubicBezTo>
                <a:lnTo>
                  <a:pt x="4991621" y="6224938"/>
                </a:lnTo>
                <a:cubicBezTo>
                  <a:pt x="4988442" y="6270972"/>
                  <a:pt x="5008962" y="6317522"/>
                  <a:pt x="5017157" y="6370251"/>
                </a:cubicBezTo>
                <a:cubicBezTo>
                  <a:pt x="5025353" y="6422980"/>
                  <a:pt x="5039938" y="6490855"/>
                  <a:pt x="5040797" y="6541313"/>
                </a:cubicBezTo>
                <a:cubicBezTo>
                  <a:pt x="5039898" y="6576319"/>
                  <a:pt x="5031912" y="6591883"/>
                  <a:pt x="5045375" y="6640957"/>
                </a:cubicBezTo>
                <a:cubicBezTo>
                  <a:pt x="5057505" y="6669536"/>
                  <a:pt x="5052276" y="6675394"/>
                  <a:pt x="5058442" y="6705297"/>
                </a:cubicBezTo>
                <a:cubicBezTo>
                  <a:pt x="5057367" y="6727133"/>
                  <a:pt x="5067901" y="6732087"/>
                  <a:pt x="5071125" y="6759582"/>
                </a:cubicBezTo>
                <a:cubicBezTo>
                  <a:pt x="5055614" y="6796071"/>
                  <a:pt x="5051656" y="6769544"/>
                  <a:pt x="5069172" y="6817746"/>
                </a:cubicBezTo>
                <a:cubicBezTo>
                  <a:pt x="5060956" y="6828354"/>
                  <a:pt x="5064525" y="6836369"/>
                  <a:pt x="5072322" y="6843646"/>
                </a:cubicBezTo>
                <a:lnTo>
                  <a:pt x="5091388" y="6857998"/>
                </a:lnTo>
                <a:lnTo>
                  <a:pt x="6096000" y="6857998"/>
                </a:lnTo>
                <a:lnTo>
                  <a:pt x="6096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B031FD54-27C5-B005-4810-8FD2725885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09600"/>
            <a:ext cx="3739341" cy="1330839"/>
          </a:xfrm>
        </p:spPr>
        <p:txBody>
          <a:bodyPr>
            <a:normAutofit/>
          </a:bodyPr>
          <a:lstStyle/>
          <a:p>
            <a:r>
              <a:rPr lang="ko-KR" altLang="en-US" sz="3100"/>
              <a:t>문제 구현 </a:t>
            </a:r>
            <a:r>
              <a:rPr lang="en-US" altLang="ko-KR" sz="3100"/>
              <a:t>– distribute </a:t>
            </a:r>
            <a:r>
              <a:rPr lang="ko-KR" altLang="en-US" sz="3100"/>
              <a:t>이분탐색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B94E9237-55AE-70EA-AD23-6800471C8B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2366" y="2194102"/>
            <a:ext cx="3427001" cy="3908586"/>
          </a:xfrm>
        </p:spPr>
        <p:txBody>
          <a:bodyPr>
            <a:normAutofit lnSpcReduction="10000"/>
          </a:bodyPr>
          <a:lstStyle/>
          <a:p>
            <a:r>
              <a:rPr lang="en-US" sz="1400" dirty="0"/>
              <a:t>1.</a:t>
            </a:r>
            <a:r>
              <a:rPr lang="ko-KR" altLang="en-US" sz="1400" dirty="0"/>
              <a:t> 탐색 범위 계산</a:t>
            </a:r>
            <a:endParaRPr lang="en-US" altLang="ko-KR" sz="1400" dirty="0"/>
          </a:p>
          <a:p>
            <a:r>
              <a:rPr lang="en-US" sz="1400" dirty="0"/>
              <a:t>2. </a:t>
            </a:r>
            <a:r>
              <a:rPr lang="ko-KR" altLang="en-US" sz="1400" dirty="0"/>
              <a:t>해당 </a:t>
            </a:r>
            <a:r>
              <a:rPr lang="en-US" altLang="ko-KR" sz="1400" dirty="0"/>
              <a:t>L</a:t>
            </a:r>
            <a:r>
              <a:rPr lang="ko-KR" altLang="en-US" sz="1400" dirty="0"/>
              <a:t>값에서 필요한 상품권의 개수 계산</a:t>
            </a:r>
            <a:endParaRPr lang="en-US" altLang="ko-KR" sz="1400" dirty="0"/>
          </a:p>
          <a:p>
            <a:r>
              <a:rPr lang="en-US" sz="1400" dirty="0"/>
              <a:t>3. </a:t>
            </a:r>
            <a:r>
              <a:rPr lang="ko-KR" altLang="en-US" sz="1400" dirty="0"/>
              <a:t>만약 상품권 개수가 충분하다면</a:t>
            </a:r>
            <a:r>
              <a:rPr lang="en-US" altLang="ko-KR" sz="1400" dirty="0"/>
              <a:t>? </a:t>
            </a:r>
          </a:p>
          <a:p>
            <a:pPr lvl="1"/>
            <a:r>
              <a:rPr lang="en-US" altLang="ko-KR" sz="1100" dirty="0"/>
              <a:t>L</a:t>
            </a:r>
            <a:r>
              <a:rPr lang="ko-KR" altLang="en-US" sz="1100" dirty="0"/>
              <a:t>값이 이 이상이 될 수 있다</a:t>
            </a:r>
            <a:r>
              <a:rPr lang="en-US" altLang="ko-KR" sz="1100" dirty="0"/>
              <a:t>.</a:t>
            </a:r>
          </a:p>
          <a:p>
            <a:r>
              <a:rPr lang="en-US" sz="1400" dirty="0"/>
              <a:t>4. </a:t>
            </a:r>
            <a:r>
              <a:rPr lang="ko-KR" altLang="en-US" sz="1400" dirty="0"/>
              <a:t>만약 상품권 개수가 부족하다면</a:t>
            </a:r>
            <a:r>
              <a:rPr lang="en-US" altLang="ko-KR" sz="1400" dirty="0"/>
              <a:t>?</a:t>
            </a:r>
          </a:p>
          <a:p>
            <a:pPr lvl="1"/>
            <a:r>
              <a:rPr lang="en-US" sz="1100" dirty="0"/>
              <a:t>L</a:t>
            </a:r>
            <a:r>
              <a:rPr lang="ko-KR" altLang="en-US" sz="1100" dirty="0"/>
              <a:t>값이 이 값 미만이 되어야 한다</a:t>
            </a:r>
            <a:r>
              <a:rPr lang="en-US" altLang="ko-KR" sz="1100" dirty="0"/>
              <a:t>.</a:t>
            </a:r>
          </a:p>
          <a:p>
            <a:pPr lvl="1"/>
            <a:endParaRPr lang="en-US" sz="1100" dirty="0"/>
          </a:p>
          <a:p>
            <a:pPr lvl="1"/>
            <a:endParaRPr lang="en-US" sz="1100" dirty="0"/>
          </a:p>
          <a:p>
            <a:pPr lvl="1"/>
            <a:endParaRPr lang="en-US" sz="1100" dirty="0"/>
          </a:p>
          <a:p>
            <a:r>
              <a:rPr lang="ko-KR" altLang="en-US" sz="1500" dirty="0"/>
              <a:t>왜 </a:t>
            </a:r>
            <a:r>
              <a:rPr lang="en-US" altLang="ko-KR" sz="1500" dirty="0"/>
              <a:t>(</a:t>
            </a:r>
            <a:r>
              <a:rPr lang="en-US" altLang="ko-KR" sz="1500" dirty="0" err="1"/>
              <a:t>lf</a:t>
            </a:r>
            <a:r>
              <a:rPr lang="en-US" altLang="ko-KR" sz="1500" dirty="0"/>
              <a:t> + </a:t>
            </a:r>
            <a:r>
              <a:rPr lang="en-US" altLang="ko-KR" sz="1500" dirty="0" err="1"/>
              <a:t>rg</a:t>
            </a:r>
            <a:r>
              <a:rPr lang="en-US" altLang="ko-KR" sz="1500" dirty="0"/>
              <a:t> + 1)/2</a:t>
            </a:r>
            <a:r>
              <a:rPr lang="ko-KR" altLang="en-US" sz="1500" dirty="0"/>
              <a:t>인가요</a:t>
            </a:r>
            <a:r>
              <a:rPr lang="en-US" altLang="ko-KR" sz="1500" dirty="0"/>
              <a:t>?</a:t>
            </a:r>
          </a:p>
          <a:p>
            <a:pPr lvl="1"/>
            <a:r>
              <a:rPr lang="ko-KR" altLang="en-US" sz="1100" dirty="0"/>
              <a:t>원래라면 </a:t>
            </a:r>
            <a:r>
              <a:rPr lang="en-US" altLang="ko-KR" sz="1100" dirty="0" err="1"/>
              <a:t>lf</a:t>
            </a:r>
            <a:r>
              <a:rPr lang="en-US" altLang="ko-KR" sz="1100" dirty="0"/>
              <a:t> = mid + 1</a:t>
            </a:r>
            <a:r>
              <a:rPr lang="ko-KR" altLang="en-US" sz="1100" dirty="0"/>
              <a:t>이어야 무한루프에 빠지지 않습니다</a:t>
            </a:r>
            <a:r>
              <a:rPr lang="en-US" altLang="ko-KR" sz="1100" dirty="0"/>
              <a:t>.</a:t>
            </a:r>
          </a:p>
          <a:p>
            <a:pPr lvl="1"/>
            <a:r>
              <a:rPr lang="en-US" altLang="ko-KR" sz="1100" dirty="0"/>
              <a:t>+1,</a:t>
            </a:r>
            <a:r>
              <a:rPr lang="ko-KR" altLang="en-US" sz="1100" dirty="0"/>
              <a:t> </a:t>
            </a:r>
            <a:r>
              <a:rPr lang="en-US" altLang="ko-KR" sz="1100" dirty="0"/>
              <a:t>-1</a:t>
            </a:r>
            <a:r>
              <a:rPr lang="ko-KR" altLang="en-US" sz="1100" dirty="0"/>
              <a:t>을 해주지 않아 무한루프에 빠지는 시점은 결국 </a:t>
            </a:r>
            <a:r>
              <a:rPr lang="en-US" altLang="ko-KR" sz="1100" dirty="0" err="1"/>
              <a:t>lf</a:t>
            </a:r>
            <a:r>
              <a:rPr lang="en-US" altLang="ko-KR" sz="1100" dirty="0"/>
              <a:t> + 1 == </a:t>
            </a:r>
            <a:r>
              <a:rPr lang="en-US" altLang="ko-KR" sz="1100" dirty="0" err="1"/>
              <a:t>rg</a:t>
            </a:r>
            <a:r>
              <a:rPr lang="ko-KR" altLang="en-US" sz="1100" dirty="0" err="1"/>
              <a:t>일때</a:t>
            </a:r>
            <a:endParaRPr lang="en-US" altLang="ko-KR" sz="1100" dirty="0"/>
          </a:p>
          <a:p>
            <a:pPr lvl="1"/>
            <a:r>
              <a:rPr lang="en-US" sz="1100" dirty="0" err="1"/>
              <a:t>lf</a:t>
            </a:r>
            <a:r>
              <a:rPr lang="en-US" sz="1100" dirty="0"/>
              <a:t> = mid</a:t>
            </a:r>
            <a:r>
              <a:rPr lang="ko-KR" altLang="en-US" sz="1100" dirty="0" err="1"/>
              <a:t>일때도</a:t>
            </a:r>
            <a:r>
              <a:rPr lang="ko-KR" altLang="en-US" sz="1100" dirty="0"/>
              <a:t> 무한루프에 빠지지 않게 하려면</a:t>
            </a:r>
            <a:r>
              <a:rPr lang="en-US" altLang="ko-KR" sz="1100" dirty="0"/>
              <a:t>? </a:t>
            </a:r>
            <a:r>
              <a:rPr lang="en-US" altLang="ko-KR" sz="1100" dirty="0">
                <a:sym typeface="Wingdings" panose="05000000000000000000" pitchFamily="2" charset="2"/>
              </a:rPr>
              <a:t> mid</a:t>
            </a:r>
            <a:r>
              <a:rPr lang="ko-KR" altLang="en-US" sz="1100" dirty="0">
                <a:sym typeface="Wingdings" panose="05000000000000000000" pitchFamily="2" charset="2"/>
              </a:rPr>
              <a:t>계산할 때 올림 해주기</a:t>
            </a:r>
            <a:r>
              <a:rPr lang="en-US" altLang="ko-KR" sz="1100" dirty="0">
                <a:sym typeface="Wingdings" panose="05000000000000000000" pitchFamily="2" charset="2"/>
              </a:rPr>
              <a:t>!</a:t>
            </a:r>
            <a:endParaRPr lang="en-US" sz="1100" dirty="0"/>
          </a:p>
        </p:txBody>
      </p:sp>
      <p:pic>
        <p:nvPicPr>
          <p:cNvPr id="5" name="내용 개체 틀 4" descr="텍스트, 스크린샷, 디스플레이, 소프트웨어이(가) 표시된 사진&#10;&#10;자동 생성된 설명">
            <a:extLst>
              <a:ext uri="{FF2B5EF4-FFF2-40B4-BE49-F238E27FC236}">
                <a16:creationId xmlns:a16="http://schemas.microsoft.com/office/drawing/2014/main" id="{A4C39F01-B1E3-229E-3133-F38503B108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35863" y="661916"/>
            <a:ext cx="4974328" cy="5557909"/>
          </a:xfrm>
          <a:prstGeom prst="rect">
            <a:avLst/>
          </a:prstGeom>
        </p:spPr>
      </p:pic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6EA3091A-027D-C4AF-72A8-1160F7B9ACBA}"/>
              </a:ext>
            </a:extLst>
          </p:cNvPr>
          <p:cNvCxnSpPr/>
          <p:nvPr/>
        </p:nvCxnSpPr>
        <p:spPr>
          <a:xfrm flipV="1">
            <a:off x="2684477" y="2194102"/>
            <a:ext cx="4639112" cy="1296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06DCA0BF-DC46-CD7E-0AD0-87DD7DB9D8E4}"/>
              </a:ext>
            </a:extLst>
          </p:cNvPr>
          <p:cNvCxnSpPr/>
          <p:nvPr/>
        </p:nvCxnSpPr>
        <p:spPr>
          <a:xfrm>
            <a:off x="4160939" y="2801923"/>
            <a:ext cx="3238151" cy="6962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C4B68F9A-FFDD-85BE-5EB9-CAC3623606CE}"/>
              </a:ext>
            </a:extLst>
          </p:cNvPr>
          <p:cNvCxnSpPr/>
          <p:nvPr/>
        </p:nvCxnSpPr>
        <p:spPr>
          <a:xfrm>
            <a:off x="3984771" y="3305262"/>
            <a:ext cx="3481431" cy="7801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379632D8-E985-B7EB-5230-21BACC98122B}"/>
              </a:ext>
            </a:extLst>
          </p:cNvPr>
          <p:cNvCxnSpPr/>
          <p:nvPr/>
        </p:nvCxnSpPr>
        <p:spPr>
          <a:xfrm>
            <a:off x="3984771" y="3800213"/>
            <a:ext cx="3481431" cy="7550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570658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F821940F-7A1D-4ACC-85B4-A932898ABB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16674508-81D3-48CF-96BF-7FC60EAA57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741994" cy="6858000"/>
          </a:xfrm>
          <a:custGeom>
            <a:avLst/>
            <a:gdLst>
              <a:gd name="connsiteX0" fmla="*/ 0 w 6568309"/>
              <a:gd name="connsiteY0" fmla="*/ 0 h 6858000"/>
              <a:gd name="connsiteX1" fmla="*/ 362841 w 6568309"/>
              <a:gd name="connsiteY1" fmla="*/ 0 h 6858000"/>
              <a:gd name="connsiteX2" fmla="*/ 523269 w 6568309"/>
              <a:gd name="connsiteY2" fmla="*/ 0 h 6858000"/>
              <a:gd name="connsiteX3" fmla="*/ 1343025 w 6568309"/>
              <a:gd name="connsiteY3" fmla="*/ 0 h 6858000"/>
              <a:gd name="connsiteX4" fmla="*/ 1705866 w 6568309"/>
              <a:gd name="connsiteY4" fmla="*/ 0 h 6858000"/>
              <a:gd name="connsiteX5" fmla="*/ 1866294 w 6568309"/>
              <a:gd name="connsiteY5" fmla="*/ 0 h 6858000"/>
              <a:gd name="connsiteX6" fmla="*/ 5225154 w 6568309"/>
              <a:gd name="connsiteY6" fmla="*/ 0 h 6858000"/>
              <a:gd name="connsiteX7" fmla="*/ 6568179 w 6568309"/>
              <a:gd name="connsiteY7" fmla="*/ 0 h 6858000"/>
              <a:gd name="connsiteX8" fmla="*/ 6568309 w 6568309"/>
              <a:gd name="connsiteY8" fmla="*/ 1 h 6858000"/>
              <a:gd name="connsiteX9" fmla="*/ 6562951 w 6568309"/>
              <a:gd name="connsiteY9" fmla="*/ 30700 h 6858000"/>
              <a:gd name="connsiteX10" fmla="*/ 6547446 w 6568309"/>
              <a:gd name="connsiteY10" fmla="*/ 310025 h 6858000"/>
              <a:gd name="connsiteX11" fmla="*/ 6558316 w 6568309"/>
              <a:gd name="connsiteY11" fmla="*/ 443960 h 6858000"/>
              <a:gd name="connsiteX12" fmla="*/ 6528896 w 6568309"/>
              <a:gd name="connsiteY12" fmla="*/ 642659 h 6858000"/>
              <a:gd name="connsiteX13" fmla="*/ 6523095 w 6568309"/>
              <a:gd name="connsiteY13" fmla="*/ 673307 h 6858000"/>
              <a:gd name="connsiteX14" fmla="*/ 6496169 w 6568309"/>
              <a:gd name="connsiteY14" fmla="*/ 839641 h 6858000"/>
              <a:gd name="connsiteX15" fmla="*/ 6450789 w 6568309"/>
              <a:gd name="connsiteY15" fmla="*/ 958357 h 6858000"/>
              <a:gd name="connsiteX16" fmla="*/ 6453996 w 6568309"/>
              <a:gd name="connsiteY16" fmla="*/ 963398 h 6858000"/>
              <a:gd name="connsiteX17" fmla="*/ 6419467 w 6568309"/>
              <a:gd name="connsiteY17" fmla="*/ 1117169 h 6858000"/>
              <a:gd name="connsiteX18" fmla="*/ 6417348 w 6568309"/>
              <a:gd name="connsiteY18" fmla="*/ 1144352 h 6858000"/>
              <a:gd name="connsiteX19" fmla="*/ 6418473 w 6568309"/>
              <a:gd name="connsiteY19" fmla="*/ 1164484 h 6858000"/>
              <a:gd name="connsiteX20" fmla="*/ 6406979 w 6568309"/>
              <a:gd name="connsiteY20" fmla="*/ 1213829 h 6858000"/>
              <a:gd name="connsiteX21" fmla="*/ 6381928 w 6568309"/>
              <a:gd name="connsiteY21" fmla="*/ 1294823 h 6858000"/>
              <a:gd name="connsiteX22" fmla="*/ 6377948 w 6568309"/>
              <a:gd name="connsiteY22" fmla="*/ 1312193 h 6858000"/>
              <a:gd name="connsiteX23" fmla="*/ 6379894 w 6568309"/>
              <a:gd name="connsiteY23" fmla="*/ 1327626 h 6858000"/>
              <a:gd name="connsiteX24" fmla="*/ 6385024 w 6568309"/>
              <a:gd name="connsiteY24" fmla="*/ 1331644 h 6858000"/>
              <a:gd name="connsiteX25" fmla="*/ 6383696 w 6568309"/>
              <a:gd name="connsiteY25" fmla="*/ 1341276 h 6858000"/>
              <a:gd name="connsiteX26" fmla="*/ 6384464 w 6568309"/>
              <a:gd name="connsiteY26" fmla="*/ 1343945 h 6858000"/>
              <a:gd name="connsiteX27" fmla="*/ 6387748 w 6568309"/>
              <a:gd name="connsiteY27" fmla="*/ 1359134 h 6858000"/>
              <a:gd name="connsiteX28" fmla="*/ 6364157 w 6568309"/>
              <a:gd name="connsiteY28" fmla="*/ 1427803 h 6858000"/>
              <a:gd name="connsiteX29" fmla="*/ 6335874 w 6568309"/>
              <a:gd name="connsiteY29" fmla="*/ 1540278 h 6858000"/>
              <a:gd name="connsiteX30" fmla="*/ 6331892 w 6568309"/>
              <a:gd name="connsiteY30" fmla="*/ 1547262 h 6858000"/>
              <a:gd name="connsiteX31" fmla="*/ 6332744 w 6568309"/>
              <a:gd name="connsiteY31" fmla="*/ 1577056 h 6858000"/>
              <a:gd name="connsiteX32" fmla="*/ 6333604 w 6568309"/>
              <a:gd name="connsiteY32" fmla="*/ 1595898 h 6858000"/>
              <a:gd name="connsiteX33" fmla="*/ 6324749 w 6568309"/>
              <a:gd name="connsiteY33" fmla="*/ 1703726 h 6858000"/>
              <a:gd name="connsiteX34" fmla="*/ 6329594 w 6568309"/>
              <a:gd name="connsiteY34" fmla="*/ 1809535 h 6858000"/>
              <a:gd name="connsiteX35" fmla="*/ 6329062 w 6568309"/>
              <a:gd name="connsiteY35" fmla="*/ 2018310 h 6858000"/>
              <a:gd name="connsiteX36" fmla="*/ 6321735 w 6568309"/>
              <a:gd name="connsiteY36" fmla="*/ 2071355 h 6858000"/>
              <a:gd name="connsiteX37" fmla="*/ 6322678 w 6568309"/>
              <a:gd name="connsiteY37" fmla="*/ 2141166 h 6858000"/>
              <a:gd name="connsiteX38" fmla="*/ 6321340 w 6568309"/>
              <a:gd name="connsiteY38" fmla="*/ 2154548 h 6858000"/>
              <a:gd name="connsiteX39" fmla="*/ 6316582 w 6568309"/>
              <a:gd name="connsiteY39" fmla="*/ 2158153 h 6858000"/>
              <a:gd name="connsiteX40" fmla="*/ 6311428 w 6568309"/>
              <a:gd name="connsiteY40" fmla="*/ 2178174 h 6858000"/>
              <a:gd name="connsiteX41" fmla="*/ 6310192 w 6568309"/>
              <a:gd name="connsiteY41" fmla="*/ 2202858 h 6858000"/>
              <a:gd name="connsiteX42" fmla="*/ 6309211 w 6568309"/>
              <a:gd name="connsiteY42" fmla="*/ 2320214 h 6858000"/>
              <a:gd name="connsiteX43" fmla="*/ 6300151 w 6568309"/>
              <a:gd name="connsiteY43" fmla="*/ 2417011 h 6858000"/>
              <a:gd name="connsiteX44" fmla="*/ 6295176 w 6568309"/>
              <a:gd name="connsiteY44" fmla="*/ 2454207 h 6858000"/>
              <a:gd name="connsiteX45" fmla="*/ 6293727 w 6568309"/>
              <a:gd name="connsiteY45" fmla="*/ 2487203 h 6858000"/>
              <a:gd name="connsiteX46" fmla="*/ 6285477 w 6568309"/>
              <a:gd name="connsiteY46" fmla="*/ 2512282 h 6858000"/>
              <a:gd name="connsiteX47" fmla="*/ 6286205 w 6568309"/>
              <a:gd name="connsiteY47" fmla="*/ 2514318 h 6858000"/>
              <a:gd name="connsiteX48" fmla="*/ 6304629 w 6568309"/>
              <a:gd name="connsiteY48" fmla="*/ 2574334 h 6858000"/>
              <a:gd name="connsiteX49" fmla="*/ 6303842 w 6568309"/>
              <a:gd name="connsiteY49" fmla="*/ 2579877 h 6858000"/>
              <a:gd name="connsiteX50" fmla="*/ 6303953 w 6568309"/>
              <a:gd name="connsiteY50" fmla="*/ 2608928 h 6858000"/>
              <a:gd name="connsiteX51" fmla="*/ 6303530 w 6568309"/>
              <a:gd name="connsiteY51" fmla="*/ 2613111 h 6858000"/>
              <a:gd name="connsiteX52" fmla="*/ 6297474 w 6568309"/>
              <a:gd name="connsiteY52" fmla="*/ 2621996 h 6858000"/>
              <a:gd name="connsiteX53" fmla="*/ 6299263 w 6568309"/>
              <a:gd name="connsiteY53" fmla="*/ 2634265 h 6858000"/>
              <a:gd name="connsiteX54" fmla="*/ 6293065 w 6568309"/>
              <a:gd name="connsiteY54" fmla="*/ 2647237 h 6858000"/>
              <a:gd name="connsiteX55" fmla="*/ 6297496 w 6568309"/>
              <a:gd name="connsiteY55" fmla="*/ 2650786 h 6858000"/>
              <a:gd name="connsiteX56" fmla="*/ 6301708 w 6568309"/>
              <a:gd name="connsiteY56" fmla="*/ 2661993 h 6858000"/>
              <a:gd name="connsiteX57" fmla="*/ 6295884 w 6568309"/>
              <a:gd name="connsiteY57" fmla="*/ 2670949 h 6858000"/>
              <a:gd name="connsiteX58" fmla="*/ 6291714 w 6568309"/>
              <a:gd name="connsiteY58" fmla="*/ 2690255 h 6858000"/>
              <a:gd name="connsiteX59" fmla="*/ 6292327 w 6568309"/>
              <a:gd name="connsiteY59" fmla="*/ 2695683 h 6858000"/>
              <a:gd name="connsiteX60" fmla="*/ 6284410 w 6568309"/>
              <a:gd name="connsiteY60" fmla="*/ 2713964 h 6858000"/>
              <a:gd name="connsiteX61" fmla="*/ 6280410 w 6568309"/>
              <a:gd name="connsiteY61" fmla="*/ 2730175 h 6858000"/>
              <a:gd name="connsiteX62" fmla="*/ 6288082 w 6568309"/>
              <a:gd name="connsiteY62" fmla="*/ 2763497 h 6858000"/>
              <a:gd name="connsiteX63" fmla="*/ 6260924 w 6568309"/>
              <a:gd name="connsiteY63" fmla="*/ 3051539 h 6858000"/>
              <a:gd name="connsiteX64" fmla="*/ 6210151 w 6568309"/>
              <a:gd name="connsiteY64" fmla="*/ 3335396 h 6858000"/>
              <a:gd name="connsiteX65" fmla="*/ 6212034 w 6568309"/>
              <a:gd name="connsiteY65" fmla="*/ 3456509 h 6858000"/>
              <a:gd name="connsiteX66" fmla="*/ 6197490 w 6568309"/>
              <a:gd name="connsiteY66" fmla="*/ 3531827 h 6858000"/>
              <a:gd name="connsiteX67" fmla="*/ 6208018 w 6568309"/>
              <a:gd name="connsiteY67" fmla="*/ 3570877 h 6858000"/>
              <a:gd name="connsiteX68" fmla="*/ 6205920 w 6568309"/>
              <a:gd name="connsiteY68" fmla="*/ 3583849 h 6858000"/>
              <a:gd name="connsiteX69" fmla="*/ 6199616 w 6568309"/>
              <a:gd name="connsiteY69" fmla="*/ 3592763 h 6858000"/>
              <a:gd name="connsiteX70" fmla="*/ 6181288 w 6568309"/>
              <a:gd name="connsiteY70" fmla="*/ 3653485 h 6858000"/>
              <a:gd name="connsiteX71" fmla="*/ 6175963 w 6568309"/>
              <a:gd name="connsiteY71" fmla="*/ 3670528 h 6858000"/>
              <a:gd name="connsiteX72" fmla="*/ 6176722 w 6568309"/>
              <a:gd name="connsiteY72" fmla="*/ 3685990 h 6858000"/>
              <a:gd name="connsiteX73" fmla="*/ 6181549 w 6568309"/>
              <a:gd name="connsiteY73" fmla="*/ 3690283 h 6858000"/>
              <a:gd name="connsiteX74" fmla="*/ 6179476 w 6568309"/>
              <a:gd name="connsiteY74" fmla="*/ 3699787 h 6858000"/>
              <a:gd name="connsiteX75" fmla="*/ 6180040 w 6568309"/>
              <a:gd name="connsiteY75" fmla="*/ 3702486 h 6858000"/>
              <a:gd name="connsiteX76" fmla="*/ 6182155 w 6568309"/>
              <a:gd name="connsiteY76" fmla="*/ 3717784 h 6858000"/>
              <a:gd name="connsiteX77" fmla="*/ 6158980 w 6568309"/>
              <a:gd name="connsiteY77" fmla="*/ 3746229 h 6858000"/>
              <a:gd name="connsiteX78" fmla="*/ 6096049 w 6568309"/>
              <a:gd name="connsiteY78" fmla="*/ 3924910 h 6858000"/>
              <a:gd name="connsiteX79" fmla="*/ 6069712 w 6568309"/>
              <a:gd name="connsiteY79" fmla="*/ 3989353 h 6858000"/>
              <a:gd name="connsiteX80" fmla="*/ 6067330 w 6568309"/>
              <a:gd name="connsiteY80" fmla="*/ 4033899 h 6858000"/>
              <a:gd name="connsiteX81" fmla="*/ 6061081 w 6568309"/>
              <a:gd name="connsiteY81" fmla="*/ 4142250 h 6858000"/>
              <a:gd name="connsiteX82" fmla="*/ 6042858 w 6568309"/>
              <a:gd name="connsiteY82" fmla="*/ 4329442 h 6858000"/>
              <a:gd name="connsiteX83" fmla="*/ 6034182 w 6568309"/>
              <a:gd name="connsiteY83" fmla="*/ 4456184 h 6858000"/>
              <a:gd name="connsiteX84" fmla="*/ 6029178 w 6568309"/>
              <a:gd name="connsiteY84" fmla="*/ 4468478 h 6858000"/>
              <a:gd name="connsiteX85" fmla="*/ 6029974 w 6568309"/>
              <a:gd name="connsiteY85" fmla="*/ 4469862 h 6858000"/>
              <a:gd name="connsiteX86" fmla="*/ 6028340 w 6568309"/>
              <a:gd name="connsiteY86" fmla="*/ 4483797 h 6858000"/>
              <a:gd name="connsiteX87" fmla="*/ 6025168 w 6568309"/>
              <a:gd name="connsiteY87" fmla="*/ 4487091 h 6858000"/>
              <a:gd name="connsiteX88" fmla="*/ 6023164 w 6568309"/>
              <a:gd name="connsiteY88" fmla="*/ 4496728 h 6858000"/>
              <a:gd name="connsiteX89" fmla="*/ 6016839 w 6568309"/>
              <a:gd name="connsiteY89" fmla="*/ 4515918 h 6858000"/>
              <a:gd name="connsiteX90" fmla="*/ 6017886 w 6568309"/>
              <a:gd name="connsiteY90" fmla="*/ 4519316 h 6858000"/>
              <a:gd name="connsiteX91" fmla="*/ 6011819 w 6568309"/>
              <a:gd name="connsiteY91" fmla="*/ 4547957 h 6858000"/>
              <a:gd name="connsiteX92" fmla="*/ 6012791 w 6568309"/>
              <a:gd name="connsiteY92" fmla="*/ 4548262 h 6858000"/>
              <a:gd name="connsiteX93" fmla="*/ 6015703 w 6568309"/>
              <a:gd name="connsiteY93" fmla="*/ 4555939 h 6858000"/>
              <a:gd name="connsiteX94" fmla="*/ 6018854 w 6568309"/>
              <a:gd name="connsiteY94" fmla="*/ 4570815 h 6858000"/>
              <a:gd name="connsiteX95" fmla="*/ 6033000 w 6568309"/>
              <a:gd name="connsiteY95" fmla="*/ 4633846 h 6858000"/>
              <a:gd name="connsiteX96" fmla="*/ 6032325 w 6568309"/>
              <a:gd name="connsiteY96" fmla="*/ 4639816 h 6858000"/>
              <a:gd name="connsiteX97" fmla="*/ 6032549 w 6568309"/>
              <a:gd name="connsiteY97" fmla="*/ 4639923 h 6858000"/>
              <a:gd name="connsiteX98" fmla="*/ 6032309 w 6568309"/>
              <a:gd name="connsiteY98" fmla="*/ 4646192 h 6858000"/>
              <a:gd name="connsiteX99" fmla="*/ 6031095 w 6568309"/>
              <a:gd name="connsiteY99" fmla="*/ 4650706 h 6858000"/>
              <a:gd name="connsiteX100" fmla="*/ 6029786 w 6568309"/>
              <a:gd name="connsiteY100" fmla="*/ 4662290 h 6858000"/>
              <a:gd name="connsiteX101" fmla="*/ 6030911 w 6568309"/>
              <a:gd name="connsiteY101" fmla="*/ 4666180 h 6858000"/>
              <a:gd name="connsiteX102" fmla="*/ 6033630 w 6568309"/>
              <a:gd name="connsiteY102" fmla="*/ 4667585 h 6858000"/>
              <a:gd name="connsiteX103" fmla="*/ 6033189 w 6568309"/>
              <a:gd name="connsiteY103" fmla="*/ 4668660 h 6858000"/>
              <a:gd name="connsiteX104" fmla="*/ 6038764 w 6568309"/>
              <a:gd name="connsiteY104" fmla="*/ 4689807 h 6858000"/>
              <a:gd name="connsiteX105" fmla="*/ 6042217 w 6568309"/>
              <a:gd name="connsiteY105" fmla="*/ 4737890 h 6858000"/>
              <a:gd name="connsiteX106" fmla="*/ 6040543 w 6568309"/>
              <a:gd name="connsiteY106" fmla="*/ 4765657 h 6858000"/>
              <a:gd name="connsiteX107" fmla="*/ 6039956 w 6568309"/>
              <a:gd name="connsiteY107" fmla="*/ 4841463 h 6858000"/>
              <a:gd name="connsiteX108" fmla="*/ 6057123 w 6568309"/>
              <a:gd name="connsiteY108" fmla="*/ 4969863 h 6858000"/>
              <a:gd name="connsiteX109" fmla="*/ 6055039 w 6568309"/>
              <a:gd name="connsiteY109" fmla="*/ 4974028 h 6858000"/>
              <a:gd name="connsiteX110" fmla="*/ 6053462 w 6568309"/>
              <a:gd name="connsiteY110" fmla="*/ 4980318 h 6858000"/>
              <a:gd name="connsiteX111" fmla="*/ 6053643 w 6568309"/>
              <a:gd name="connsiteY111" fmla="*/ 4980501 h 6858000"/>
              <a:gd name="connsiteX112" fmla="*/ 6051733 w 6568309"/>
              <a:gd name="connsiteY112" fmla="*/ 4986338 h 6858000"/>
              <a:gd name="connsiteX113" fmla="*/ 6049602 w 6568309"/>
              <a:gd name="connsiteY113" fmla="*/ 4991296 h 6858000"/>
              <a:gd name="connsiteX114" fmla="*/ 6075165 w 6568309"/>
              <a:gd name="connsiteY114" fmla="*/ 5076895 h 6858000"/>
              <a:gd name="connsiteX115" fmla="*/ 6073751 w 6568309"/>
              <a:gd name="connsiteY115" fmla="*/ 5081568 h 6858000"/>
              <a:gd name="connsiteX116" fmla="*/ 6073150 w 6568309"/>
              <a:gd name="connsiteY116" fmla="*/ 5088173 h 6858000"/>
              <a:gd name="connsiteX117" fmla="*/ 6073355 w 6568309"/>
              <a:gd name="connsiteY117" fmla="*/ 5088300 h 6858000"/>
              <a:gd name="connsiteX118" fmla="*/ 6072362 w 6568309"/>
              <a:gd name="connsiteY118" fmla="*/ 5094558 h 6858000"/>
              <a:gd name="connsiteX119" fmla="*/ 6064726 w 6568309"/>
              <a:gd name="connsiteY119" fmla="*/ 5125620 h 6858000"/>
              <a:gd name="connsiteX120" fmla="*/ 6065415 w 6568309"/>
              <a:gd name="connsiteY120" fmla="*/ 5268004 h 6858000"/>
              <a:gd name="connsiteX121" fmla="*/ 6066081 w 6568309"/>
              <a:gd name="connsiteY121" fmla="*/ 5269530 h 6858000"/>
              <a:gd name="connsiteX122" fmla="*/ 6043407 w 6568309"/>
              <a:gd name="connsiteY122" fmla="*/ 5390941 h 6858000"/>
              <a:gd name="connsiteX123" fmla="*/ 6025377 w 6568309"/>
              <a:gd name="connsiteY123" fmla="*/ 5539927 h 6858000"/>
              <a:gd name="connsiteX124" fmla="*/ 6010052 w 6568309"/>
              <a:gd name="connsiteY124" fmla="*/ 5791594 h 6858000"/>
              <a:gd name="connsiteX125" fmla="*/ 5994220 w 6568309"/>
              <a:gd name="connsiteY125" fmla="*/ 5855206 h 6858000"/>
              <a:gd name="connsiteX126" fmla="*/ 5982580 w 6568309"/>
              <a:gd name="connsiteY126" fmla="*/ 5873582 h 6858000"/>
              <a:gd name="connsiteX127" fmla="*/ 5983608 w 6568309"/>
              <a:gd name="connsiteY127" fmla="*/ 5876037 h 6858000"/>
              <a:gd name="connsiteX128" fmla="*/ 5983535 w 6568309"/>
              <a:gd name="connsiteY128" fmla="*/ 5886534 h 6858000"/>
              <a:gd name="connsiteX129" fmla="*/ 5988737 w 6568309"/>
              <a:gd name="connsiteY129" fmla="*/ 5888644 h 6858000"/>
              <a:gd name="connsiteX130" fmla="*/ 5992371 w 6568309"/>
              <a:gd name="connsiteY130" fmla="*/ 5903832 h 6858000"/>
              <a:gd name="connsiteX131" fmla="*/ 5990780 w 6568309"/>
              <a:gd name="connsiteY131" fmla="*/ 5923391 h 6858000"/>
              <a:gd name="connsiteX132" fmla="*/ 5993870 w 6568309"/>
              <a:gd name="connsiteY132" fmla="*/ 6013205 h 6858000"/>
              <a:gd name="connsiteX133" fmla="*/ 5997673 w 6568309"/>
              <a:gd name="connsiteY133" fmla="*/ 6074018 h 6858000"/>
              <a:gd name="connsiteX134" fmla="*/ 6014840 w 6568309"/>
              <a:gd name="connsiteY134" fmla="*/ 6130837 h 6858000"/>
              <a:gd name="connsiteX135" fmla="*/ 6010704 w 6568309"/>
              <a:gd name="connsiteY135" fmla="*/ 6152982 h 6858000"/>
              <a:gd name="connsiteX136" fmla="*/ 6038294 w 6568309"/>
              <a:gd name="connsiteY136" fmla="*/ 6221100 h 6858000"/>
              <a:gd name="connsiteX137" fmla="*/ 6052331 w 6568309"/>
              <a:gd name="connsiteY137" fmla="*/ 6287550 h 6858000"/>
              <a:gd name="connsiteX138" fmla="*/ 6074143 w 6568309"/>
              <a:gd name="connsiteY138" fmla="*/ 6401595 h 6858000"/>
              <a:gd name="connsiteX139" fmla="*/ 6060199 w 6568309"/>
              <a:gd name="connsiteY139" fmla="*/ 6487110 h 6858000"/>
              <a:gd name="connsiteX140" fmla="*/ 6081156 w 6568309"/>
              <a:gd name="connsiteY140" fmla="*/ 6588589 h 6858000"/>
              <a:gd name="connsiteX141" fmla="*/ 6114944 w 6568309"/>
              <a:gd name="connsiteY141" fmla="*/ 6769963 h 6858000"/>
              <a:gd name="connsiteX142" fmla="*/ 6128950 w 6568309"/>
              <a:gd name="connsiteY142" fmla="*/ 6835814 h 6858000"/>
              <a:gd name="connsiteX143" fmla="*/ 6132536 w 6568309"/>
              <a:gd name="connsiteY143" fmla="*/ 6858000 h 6858000"/>
              <a:gd name="connsiteX144" fmla="*/ 4789511 w 6568309"/>
              <a:gd name="connsiteY144" fmla="*/ 6858000 h 6858000"/>
              <a:gd name="connsiteX145" fmla="*/ 1866294 w 6568309"/>
              <a:gd name="connsiteY145" fmla="*/ 6858000 h 6858000"/>
              <a:gd name="connsiteX146" fmla="*/ 1705866 w 6568309"/>
              <a:gd name="connsiteY146" fmla="*/ 6858000 h 6858000"/>
              <a:gd name="connsiteX147" fmla="*/ 1343025 w 6568309"/>
              <a:gd name="connsiteY147" fmla="*/ 6858000 h 6858000"/>
              <a:gd name="connsiteX148" fmla="*/ 523269 w 6568309"/>
              <a:gd name="connsiteY148" fmla="*/ 6858000 h 6858000"/>
              <a:gd name="connsiteX149" fmla="*/ 362841 w 6568309"/>
              <a:gd name="connsiteY149" fmla="*/ 6858000 h 6858000"/>
              <a:gd name="connsiteX150" fmla="*/ 0 w 6568309"/>
              <a:gd name="connsiteY15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</a:cxnLst>
            <a:rect l="l" t="t" r="r" b="b"/>
            <a:pathLst>
              <a:path w="6568309" h="6858000">
                <a:moveTo>
                  <a:pt x="0" y="0"/>
                </a:moveTo>
                <a:lnTo>
                  <a:pt x="362841" y="0"/>
                </a:lnTo>
                <a:lnTo>
                  <a:pt x="523269" y="0"/>
                </a:lnTo>
                <a:lnTo>
                  <a:pt x="1343025" y="0"/>
                </a:lnTo>
                <a:lnTo>
                  <a:pt x="1705866" y="0"/>
                </a:lnTo>
                <a:lnTo>
                  <a:pt x="1866294" y="0"/>
                </a:lnTo>
                <a:lnTo>
                  <a:pt x="5225154" y="0"/>
                </a:lnTo>
                <a:lnTo>
                  <a:pt x="6568179" y="0"/>
                </a:lnTo>
                <a:lnTo>
                  <a:pt x="6568309" y="1"/>
                </a:lnTo>
                <a:lnTo>
                  <a:pt x="6562951" y="30700"/>
                </a:lnTo>
                <a:cubicBezTo>
                  <a:pt x="6559126" y="84364"/>
                  <a:pt x="6548218" y="241149"/>
                  <a:pt x="6547446" y="310025"/>
                </a:cubicBezTo>
                <a:cubicBezTo>
                  <a:pt x="6550151" y="367544"/>
                  <a:pt x="6557712" y="408251"/>
                  <a:pt x="6558316" y="443960"/>
                </a:cubicBezTo>
                <a:cubicBezTo>
                  <a:pt x="6555224" y="499397"/>
                  <a:pt x="6534767" y="604434"/>
                  <a:pt x="6528896" y="642659"/>
                </a:cubicBezTo>
                <a:cubicBezTo>
                  <a:pt x="6535204" y="657287"/>
                  <a:pt x="6515365" y="658191"/>
                  <a:pt x="6523095" y="673307"/>
                </a:cubicBezTo>
                <a:cubicBezTo>
                  <a:pt x="6523388" y="693769"/>
                  <a:pt x="6506868" y="797295"/>
                  <a:pt x="6496169" y="839641"/>
                </a:cubicBezTo>
                <a:cubicBezTo>
                  <a:pt x="6484119" y="887148"/>
                  <a:pt x="6457817" y="937731"/>
                  <a:pt x="6450789" y="958357"/>
                </a:cubicBezTo>
                <a:cubicBezTo>
                  <a:pt x="6443760" y="978983"/>
                  <a:pt x="6459217" y="936930"/>
                  <a:pt x="6453996" y="963398"/>
                </a:cubicBezTo>
                <a:cubicBezTo>
                  <a:pt x="6448777" y="989867"/>
                  <a:pt x="6425575" y="1087010"/>
                  <a:pt x="6419467" y="1117169"/>
                </a:cubicBezTo>
                <a:cubicBezTo>
                  <a:pt x="6431540" y="1118586"/>
                  <a:pt x="6409651" y="1135372"/>
                  <a:pt x="6417348" y="1144352"/>
                </a:cubicBezTo>
                <a:cubicBezTo>
                  <a:pt x="6424109" y="1150681"/>
                  <a:pt x="6419047" y="1157251"/>
                  <a:pt x="6418473" y="1164484"/>
                </a:cubicBezTo>
                <a:cubicBezTo>
                  <a:pt x="6423767" y="1173524"/>
                  <a:pt x="6413947" y="1205209"/>
                  <a:pt x="6406979" y="1213829"/>
                </a:cubicBezTo>
                <a:cubicBezTo>
                  <a:pt x="6382818" y="1235037"/>
                  <a:pt x="6400452" y="1277327"/>
                  <a:pt x="6381928" y="1294823"/>
                </a:cubicBezTo>
                <a:cubicBezTo>
                  <a:pt x="6379195" y="1300845"/>
                  <a:pt x="6378069" y="1306615"/>
                  <a:pt x="6377948" y="1312193"/>
                </a:cubicBezTo>
                <a:lnTo>
                  <a:pt x="6379894" y="1327626"/>
                </a:lnTo>
                <a:lnTo>
                  <a:pt x="6385024" y="1331644"/>
                </a:lnTo>
                <a:lnTo>
                  <a:pt x="6383696" y="1341276"/>
                </a:lnTo>
                <a:cubicBezTo>
                  <a:pt x="6383952" y="1342166"/>
                  <a:pt x="6384208" y="1343055"/>
                  <a:pt x="6384464" y="1343945"/>
                </a:cubicBezTo>
                <a:cubicBezTo>
                  <a:pt x="6385957" y="1349040"/>
                  <a:pt x="6387253" y="1354080"/>
                  <a:pt x="6387748" y="1359134"/>
                </a:cubicBezTo>
                <a:cubicBezTo>
                  <a:pt x="6384363" y="1373109"/>
                  <a:pt x="6372802" y="1397612"/>
                  <a:pt x="6364157" y="1427803"/>
                </a:cubicBezTo>
                <a:cubicBezTo>
                  <a:pt x="6348141" y="1460349"/>
                  <a:pt x="6348362" y="1505076"/>
                  <a:pt x="6335874" y="1540278"/>
                </a:cubicBezTo>
                <a:lnTo>
                  <a:pt x="6331892" y="1547262"/>
                </a:lnTo>
                <a:lnTo>
                  <a:pt x="6332744" y="1577056"/>
                </a:lnTo>
                <a:cubicBezTo>
                  <a:pt x="6335859" y="1582205"/>
                  <a:pt x="6336674" y="1589568"/>
                  <a:pt x="6333604" y="1595898"/>
                </a:cubicBezTo>
                <a:lnTo>
                  <a:pt x="6324749" y="1703726"/>
                </a:lnTo>
                <a:cubicBezTo>
                  <a:pt x="6324080" y="1739332"/>
                  <a:pt x="6318019" y="1754453"/>
                  <a:pt x="6329594" y="1809535"/>
                </a:cubicBezTo>
                <a:cubicBezTo>
                  <a:pt x="6344930" y="1868036"/>
                  <a:pt x="6323725" y="1952670"/>
                  <a:pt x="6329062" y="2018310"/>
                </a:cubicBezTo>
                <a:cubicBezTo>
                  <a:pt x="6308075" y="2053162"/>
                  <a:pt x="6326925" y="2034561"/>
                  <a:pt x="6321735" y="2071355"/>
                </a:cubicBezTo>
                <a:lnTo>
                  <a:pt x="6322678" y="2141166"/>
                </a:lnTo>
                <a:lnTo>
                  <a:pt x="6321340" y="2154548"/>
                </a:lnTo>
                <a:lnTo>
                  <a:pt x="6316582" y="2158153"/>
                </a:lnTo>
                <a:lnTo>
                  <a:pt x="6311428" y="2178174"/>
                </a:lnTo>
                <a:cubicBezTo>
                  <a:pt x="6310177" y="2185696"/>
                  <a:pt x="6309622" y="2193828"/>
                  <a:pt x="6310192" y="2202858"/>
                </a:cubicBezTo>
                <a:cubicBezTo>
                  <a:pt x="6319667" y="2232772"/>
                  <a:pt x="6296459" y="2283357"/>
                  <a:pt x="6309211" y="2320214"/>
                </a:cubicBezTo>
                <a:cubicBezTo>
                  <a:pt x="6307537" y="2355906"/>
                  <a:pt x="6302490" y="2394678"/>
                  <a:pt x="6300151" y="2417011"/>
                </a:cubicBezTo>
                <a:cubicBezTo>
                  <a:pt x="6292303" y="2426377"/>
                  <a:pt x="6304439" y="2456509"/>
                  <a:pt x="6295176" y="2454207"/>
                </a:cubicBezTo>
                <a:cubicBezTo>
                  <a:pt x="6299335" y="2464947"/>
                  <a:pt x="6297305" y="2476105"/>
                  <a:pt x="6293727" y="2487203"/>
                </a:cubicBezTo>
                <a:lnTo>
                  <a:pt x="6285477" y="2512282"/>
                </a:lnTo>
                <a:cubicBezTo>
                  <a:pt x="6285720" y="2512961"/>
                  <a:pt x="6285962" y="2513640"/>
                  <a:pt x="6286205" y="2514318"/>
                </a:cubicBezTo>
                <a:cubicBezTo>
                  <a:pt x="6292347" y="2534324"/>
                  <a:pt x="6298487" y="2554328"/>
                  <a:pt x="6304629" y="2574334"/>
                </a:cubicBezTo>
                <a:lnTo>
                  <a:pt x="6303842" y="2579877"/>
                </a:lnTo>
                <a:cubicBezTo>
                  <a:pt x="6303729" y="2585644"/>
                  <a:pt x="6304006" y="2603388"/>
                  <a:pt x="6303953" y="2608928"/>
                </a:cubicBezTo>
                <a:lnTo>
                  <a:pt x="6303530" y="2613111"/>
                </a:lnTo>
                <a:lnTo>
                  <a:pt x="6297474" y="2621996"/>
                </a:lnTo>
                <a:lnTo>
                  <a:pt x="6299263" y="2634265"/>
                </a:lnTo>
                <a:lnTo>
                  <a:pt x="6293065" y="2647237"/>
                </a:lnTo>
                <a:cubicBezTo>
                  <a:pt x="6294685" y="2648158"/>
                  <a:pt x="6296180" y="2649356"/>
                  <a:pt x="6297496" y="2650786"/>
                </a:cubicBezTo>
                <a:lnTo>
                  <a:pt x="6301708" y="2661993"/>
                </a:lnTo>
                <a:lnTo>
                  <a:pt x="6295884" y="2670949"/>
                </a:lnTo>
                <a:cubicBezTo>
                  <a:pt x="6304913" y="2672007"/>
                  <a:pt x="6294429" y="2681695"/>
                  <a:pt x="6291714" y="2690255"/>
                </a:cubicBezTo>
                <a:lnTo>
                  <a:pt x="6292327" y="2695683"/>
                </a:lnTo>
                <a:lnTo>
                  <a:pt x="6284410" y="2713964"/>
                </a:lnTo>
                <a:lnTo>
                  <a:pt x="6280410" y="2730175"/>
                </a:lnTo>
                <a:lnTo>
                  <a:pt x="6288082" y="2763497"/>
                </a:lnTo>
                <a:lnTo>
                  <a:pt x="6260924" y="3051539"/>
                </a:lnTo>
                <a:cubicBezTo>
                  <a:pt x="6251455" y="3165645"/>
                  <a:pt x="6222174" y="3216611"/>
                  <a:pt x="6210151" y="3335396"/>
                </a:cubicBezTo>
                <a:lnTo>
                  <a:pt x="6212034" y="3456509"/>
                </a:lnTo>
                <a:lnTo>
                  <a:pt x="6197490" y="3531827"/>
                </a:lnTo>
                <a:lnTo>
                  <a:pt x="6208018" y="3570877"/>
                </a:lnTo>
                <a:lnTo>
                  <a:pt x="6205920" y="3583849"/>
                </a:lnTo>
                <a:lnTo>
                  <a:pt x="6199616" y="3592763"/>
                </a:lnTo>
                <a:cubicBezTo>
                  <a:pt x="6191839" y="3613948"/>
                  <a:pt x="6196204" y="3641245"/>
                  <a:pt x="6181288" y="3653485"/>
                </a:cubicBezTo>
                <a:cubicBezTo>
                  <a:pt x="6178087" y="3659316"/>
                  <a:pt x="6176516" y="3664985"/>
                  <a:pt x="6175963" y="3670528"/>
                </a:cubicBezTo>
                <a:lnTo>
                  <a:pt x="6176722" y="3685990"/>
                </a:lnTo>
                <a:lnTo>
                  <a:pt x="6181549" y="3690283"/>
                </a:lnTo>
                <a:lnTo>
                  <a:pt x="6179476" y="3699787"/>
                </a:lnTo>
                <a:cubicBezTo>
                  <a:pt x="6179664" y="3700686"/>
                  <a:pt x="6179852" y="3701586"/>
                  <a:pt x="6180040" y="3702486"/>
                </a:cubicBezTo>
                <a:cubicBezTo>
                  <a:pt x="6181140" y="3707637"/>
                  <a:pt x="6182047" y="3712728"/>
                  <a:pt x="6182155" y="3717784"/>
                </a:cubicBezTo>
                <a:cubicBezTo>
                  <a:pt x="6156678" y="3711701"/>
                  <a:pt x="6178864" y="3759789"/>
                  <a:pt x="6158980" y="3746229"/>
                </a:cubicBezTo>
                <a:cubicBezTo>
                  <a:pt x="6144630" y="3780750"/>
                  <a:pt x="6117520" y="3867558"/>
                  <a:pt x="6096049" y="3924910"/>
                </a:cubicBezTo>
                <a:lnTo>
                  <a:pt x="6069712" y="3989353"/>
                </a:lnTo>
                <a:lnTo>
                  <a:pt x="6067330" y="4033899"/>
                </a:lnTo>
                <a:cubicBezTo>
                  <a:pt x="6065506" y="4070470"/>
                  <a:pt x="6063599" y="4110146"/>
                  <a:pt x="6061081" y="4142250"/>
                </a:cubicBezTo>
                <a:cubicBezTo>
                  <a:pt x="6055260" y="4200007"/>
                  <a:pt x="6045907" y="4278998"/>
                  <a:pt x="6042858" y="4329442"/>
                </a:cubicBezTo>
                <a:cubicBezTo>
                  <a:pt x="6038376" y="4381764"/>
                  <a:pt x="6036461" y="4433012"/>
                  <a:pt x="6034182" y="4456184"/>
                </a:cubicBezTo>
                <a:lnTo>
                  <a:pt x="6029178" y="4468478"/>
                </a:lnTo>
                <a:lnTo>
                  <a:pt x="6029974" y="4469862"/>
                </a:lnTo>
                <a:cubicBezTo>
                  <a:pt x="6031287" y="4476321"/>
                  <a:pt x="6030316" y="4480555"/>
                  <a:pt x="6028340" y="4483797"/>
                </a:cubicBezTo>
                <a:lnTo>
                  <a:pt x="6025168" y="4487091"/>
                </a:lnTo>
                <a:lnTo>
                  <a:pt x="6023164" y="4496728"/>
                </a:lnTo>
                <a:lnTo>
                  <a:pt x="6016839" y="4515918"/>
                </a:lnTo>
                <a:cubicBezTo>
                  <a:pt x="6017189" y="4517049"/>
                  <a:pt x="6017537" y="4518182"/>
                  <a:pt x="6017886" y="4519316"/>
                </a:cubicBezTo>
                <a:lnTo>
                  <a:pt x="6011819" y="4547957"/>
                </a:lnTo>
                <a:lnTo>
                  <a:pt x="6012791" y="4548262"/>
                </a:lnTo>
                <a:cubicBezTo>
                  <a:pt x="6014837" y="4549595"/>
                  <a:pt x="6016087" y="4551811"/>
                  <a:pt x="6015703" y="4555939"/>
                </a:cubicBezTo>
                <a:cubicBezTo>
                  <a:pt x="6031790" y="4548276"/>
                  <a:pt x="6021405" y="4557977"/>
                  <a:pt x="6018854" y="4570815"/>
                </a:cubicBezTo>
                <a:cubicBezTo>
                  <a:pt x="6021736" y="4583801"/>
                  <a:pt x="6030754" y="4622347"/>
                  <a:pt x="6033000" y="4633846"/>
                </a:cubicBezTo>
                <a:lnTo>
                  <a:pt x="6032325" y="4639816"/>
                </a:lnTo>
                <a:lnTo>
                  <a:pt x="6032549" y="4639923"/>
                </a:lnTo>
                <a:cubicBezTo>
                  <a:pt x="6032911" y="4641190"/>
                  <a:pt x="6032878" y="4643141"/>
                  <a:pt x="6032309" y="4646192"/>
                </a:cubicBezTo>
                <a:lnTo>
                  <a:pt x="6031095" y="4650706"/>
                </a:lnTo>
                <a:lnTo>
                  <a:pt x="6029786" y="4662290"/>
                </a:lnTo>
                <a:cubicBezTo>
                  <a:pt x="6030161" y="4663587"/>
                  <a:pt x="6030536" y="4664883"/>
                  <a:pt x="6030911" y="4666180"/>
                </a:cubicBezTo>
                <a:lnTo>
                  <a:pt x="6033630" y="4667585"/>
                </a:lnTo>
                <a:lnTo>
                  <a:pt x="6033189" y="4668660"/>
                </a:lnTo>
                <a:cubicBezTo>
                  <a:pt x="6027286" y="4676831"/>
                  <a:pt x="6019767" y="4679345"/>
                  <a:pt x="6038764" y="4689807"/>
                </a:cubicBezTo>
                <a:cubicBezTo>
                  <a:pt x="6028616" y="4708535"/>
                  <a:pt x="6040474" y="4712235"/>
                  <a:pt x="6042217" y="4737890"/>
                </a:cubicBezTo>
                <a:cubicBezTo>
                  <a:pt x="6033362" y="4748600"/>
                  <a:pt x="6035273" y="4757223"/>
                  <a:pt x="6040543" y="4765657"/>
                </a:cubicBezTo>
                <a:cubicBezTo>
                  <a:pt x="6034416" y="4790618"/>
                  <a:pt x="6040696" y="4813399"/>
                  <a:pt x="6039956" y="4841463"/>
                </a:cubicBezTo>
                <a:lnTo>
                  <a:pt x="6057123" y="4969863"/>
                </a:lnTo>
                <a:lnTo>
                  <a:pt x="6055039" y="4974028"/>
                </a:lnTo>
                <a:cubicBezTo>
                  <a:pt x="6053860" y="4976933"/>
                  <a:pt x="6053409" y="4978909"/>
                  <a:pt x="6053462" y="4980318"/>
                </a:cubicBezTo>
                <a:lnTo>
                  <a:pt x="6053643" y="4980501"/>
                </a:lnTo>
                <a:lnTo>
                  <a:pt x="6051733" y="4986338"/>
                </a:lnTo>
                <a:lnTo>
                  <a:pt x="6049602" y="4991296"/>
                </a:lnTo>
                <a:cubicBezTo>
                  <a:pt x="6058123" y="5019829"/>
                  <a:pt x="6066643" y="5048361"/>
                  <a:pt x="6075165" y="5076895"/>
                </a:cubicBezTo>
                <a:lnTo>
                  <a:pt x="6073751" y="5081568"/>
                </a:lnTo>
                <a:cubicBezTo>
                  <a:pt x="6073034" y="5084748"/>
                  <a:pt x="6072888" y="5086810"/>
                  <a:pt x="6073150" y="5088173"/>
                </a:cubicBezTo>
                <a:lnTo>
                  <a:pt x="6073355" y="5088300"/>
                </a:lnTo>
                <a:lnTo>
                  <a:pt x="6072362" y="5094558"/>
                </a:lnTo>
                <a:cubicBezTo>
                  <a:pt x="6070184" y="5105196"/>
                  <a:pt x="6067588" y="5115626"/>
                  <a:pt x="6064726" y="5125620"/>
                </a:cubicBezTo>
                <a:cubicBezTo>
                  <a:pt x="6063568" y="5154527"/>
                  <a:pt x="6065189" y="5244020"/>
                  <a:pt x="6065415" y="5268004"/>
                </a:cubicBezTo>
                <a:cubicBezTo>
                  <a:pt x="6065637" y="5268513"/>
                  <a:pt x="6065860" y="5269021"/>
                  <a:pt x="6066081" y="5269530"/>
                </a:cubicBezTo>
                <a:lnTo>
                  <a:pt x="6043407" y="5390941"/>
                </a:lnTo>
                <a:cubicBezTo>
                  <a:pt x="6032545" y="5438194"/>
                  <a:pt x="6020942" y="5465286"/>
                  <a:pt x="6025377" y="5539927"/>
                </a:cubicBezTo>
                <a:cubicBezTo>
                  <a:pt x="6019787" y="5610775"/>
                  <a:pt x="6013913" y="5740573"/>
                  <a:pt x="6010052" y="5791594"/>
                </a:cubicBezTo>
                <a:cubicBezTo>
                  <a:pt x="5989401" y="5787060"/>
                  <a:pt x="6018524" y="5849672"/>
                  <a:pt x="5994220" y="5855206"/>
                </a:cubicBezTo>
                <a:cubicBezTo>
                  <a:pt x="5995282" y="5860240"/>
                  <a:pt x="5980598" y="5868910"/>
                  <a:pt x="5982580" y="5873582"/>
                </a:cubicBezTo>
                <a:cubicBezTo>
                  <a:pt x="5982922" y="5874401"/>
                  <a:pt x="5983265" y="5875218"/>
                  <a:pt x="5983608" y="5876037"/>
                </a:cubicBezTo>
                <a:lnTo>
                  <a:pt x="5983535" y="5886534"/>
                </a:lnTo>
                <a:lnTo>
                  <a:pt x="5988737" y="5888644"/>
                </a:lnTo>
                <a:cubicBezTo>
                  <a:pt x="5989948" y="5893707"/>
                  <a:pt x="5991159" y="5898769"/>
                  <a:pt x="5992371" y="5903832"/>
                </a:cubicBezTo>
                <a:cubicBezTo>
                  <a:pt x="5992924" y="5909651"/>
                  <a:pt x="5992578" y="5916068"/>
                  <a:pt x="5990780" y="5923391"/>
                </a:cubicBezTo>
                <a:cubicBezTo>
                  <a:pt x="5975822" y="5948880"/>
                  <a:pt x="6013580" y="5981626"/>
                  <a:pt x="5993870" y="6013205"/>
                </a:cubicBezTo>
                <a:cubicBezTo>
                  <a:pt x="5988486" y="6024901"/>
                  <a:pt x="5991718" y="6066777"/>
                  <a:pt x="5997673" y="6074018"/>
                </a:cubicBezTo>
                <a:cubicBezTo>
                  <a:pt x="5998007" y="6081731"/>
                  <a:pt x="6007861" y="6126985"/>
                  <a:pt x="6014840" y="6130837"/>
                </a:cubicBezTo>
                <a:cubicBezTo>
                  <a:pt x="6022998" y="6137057"/>
                  <a:pt x="5999420" y="6156330"/>
                  <a:pt x="6010704" y="6152982"/>
                </a:cubicBezTo>
                <a:cubicBezTo>
                  <a:pt x="6008682" y="6186619"/>
                  <a:pt x="6039938" y="6191636"/>
                  <a:pt x="6038294" y="6221100"/>
                </a:cubicBezTo>
                <a:cubicBezTo>
                  <a:pt x="6039643" y="6222126"/>
                  <a:pt x="6046356" y="6257468"/>
                  <a:pt x="6052331" y="6287550"/>
                </a:cubicBezTo>
                <a:cubicBezTo>
                  <a:pt x="6058307" y="6317632"/>
                  <a:pt x="6082079" y="6391312"/>
                  <a:pt x="6074143" y="6401595"/>
                </a:cubicBezTo>
                <a:cubicBezTo>
                  <a:pt x="6074931" y="6423902"/>
                  <a:pt x="6059614" y="6432919"/>
                  <a:pt x="6060199" y="6487110"/>
                </a:cubicBezTo>
                <a:cubicBezTo>
                  <a:pt x="6075583" y="6574474"/>
                  <a:pt x="6076150" y="6553611"/>
                  <a:pt x="6081156" y="6588589"/>
                </a:cubicBezTo>
                <a:cubicBezTo>
                  <a:pt x="6102088" y="6637976"/>
                  <a:pt x="6067660" y="6687723"/>
                  <a:pt x="6114944" y="6769963"/>
                </a:cubicBezTo>
                <a:cubicBezTo>
                  <a:pt x="6130462" y="6819284"/>
                  <a:pt x="6119243" y="6817955"/>
                  <a:pt x="6128950" y="6835814"/>
                </a:cubicBezTo>
                <a:lnTo>
                  <a:pt x="6132536" y="6858000"/>
                </a:lnTo>
                <a:lnTo>
                  <a:pt x="4789511" y="6858000"/>
                </a:lnTo>
                <a:lnTo>
                  <a:pt x="1866294" y="6858000"/>
                </a:lnTo>
                <a:lnTo>
                  <a:pt x="1705866" y="6858000"/>
                </a:lnTo>
                <a:lnTo>
                  <a:pt x="1343025" y="6858000"/>
                </a:lnTo>
                <a:lnTo>
                  <a:pt x="523269" y="6858000"/>
                </a:lnTo>
                <a:lnTo>
                  <a:pt x="362841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4E5E0A87-C004-436D-2CF7-87833CB6A5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4" y="609600"/>
            <a:ext cx="4784796" cy="1330840"/>
          </a:xfrm>
        </p:spPr>
        <p:txBody>
          <a:bodyPr>
            <a:normAutofit/>
          </a:bodyPr>
          <a:lstStyle/>
          <a:p>
            <a:r>
              <a:rPr lang="ko-KR" altLang="en-US" dirty="0"/>
              <a:t>문제 구현 </a:t>
            </a:r>
            <a:r>
              <a:rPr lang="en-US" altLang="ko-KR" dirty="0"/>
              <a:t>– distribute </a:t>
            </a:r>
            <a:r>
              <a:rPr lang="ko-KR" altLang="en-US" dirty="0"/>
              <a:t>정렬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3DE308BF-1466-5AB0-E0D7-A4ED3688AB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7034" y="2194102"/>
            <a:ext cx="4438036" cy="3908585"/>
          </a:xfrm>
        </p:spPr>
        <p:txBody>
          <a:bodyPr>
            <a:normAutofit/>
          </a:bodyPr>
          <a:lstStyle/>
          <a:p>
            <a:r>
              <a:rPr lang="en-US" altLang="ko-KR" sz="1800" dirty="0"/>
              <a:t>1. </a:t>
            </a:r>
            <a:r>
              <a:rPr lang="ko-KR" altLang="en-US" sz="1800" dirty="0"/>
              <a:t>벡터 </a:t>
            </a:r>
            <a:r>
              <a:rPr lang="en-US" altLang="ko-KR" sz="1800" dirty="0"/>
              <a:t>V</a:t>
            </a:r>
            <a:r>
              <a:rPr lang="ko-KR" altLang="en-US" sz="1800" dirty="0"/>
              <a:t>를 정렬해줍니다</a:t>
            </a:r>
            <a:r>
              <a:rPr lang="en-US" altLang="ko-KR" sz="1800" dirty="0"/>
              <a:t>.</a:t>
            </a:r>
          </a:p>
          <a:p>
            <a:r>
              <a:rPr lang="en-US" sz="1800" dirty="0"/>
              <a:t>2. V</a:t>
            </a:r>
            <a:r>
              <a:rPr lang="ko-KR" altLang="en-US" sz="1800" dirty="0"/>
              <a:t>의 총 합을 구해줍니다</a:t>
            </a:r>
            <a:r>
              <a:rPr lang="en-US" altLang="ko-KR" sz="1800" dirty="0"/>
              <a:t>.</a:t>
            </a:r>
          </a:p>
          <a:p>
            <a:r>
              <a:rPr lang="en-US" sz="1800" dirty="0"/>
              <a:t>3. </a:t>
            </a:r>
            <a:r>
              <a:rPr lang="ko-KR" altLang="en-US" sz="1800" dirty="0"/>
              <a:t>만약 상품권이 충분하다면 </a:t>
            </a:r>
            <a:r>
              <a:rPr lang="en-US" altLang="ko-KR" sz="1800" dirty="0"/>
              <a:t>V</a:t>
            </a:r>
            <a:r>
              <a:rPr lang="ko-KR" altLang="en-US" sz="1800" dirty="0"/>
              <a:t>중 최댓값을 반환합니다</a:t>
            </a:r>
            <a:r>
              <a:rPr lang="en-US" altLang="ko-KR" sz="1800" dirty="0"/>
              <a:t>.</a:t>
            </a:r>
          </a:p>
          <a:p>
            <a:r>
              <a:rPr lang="en-US" sz="1800" dirty="0"/>
              <a:t>4. </a:t>
            </a:r>
            <a:r>
              <a:rPr lang="ko-KR" altLang="en-US" sz="1800" dirty="0"/>
              <a:t>우리가 유도했던 식을 계산합니다</a:t>
            </a:r>
            <a:r>
              <a:rPr lang="en-US" altLang="ko-KR" sz="1800" dirty="0"/>
              <a:t>.</a:t>
            </a:r>
          </a:p>
          <a:p>
            <a:r>
              <a:rPr lang="en-US" sz="1800" dirty="0"/>
              <a:t>5. L </a:t>
            </a:r>
            <a:r>
              <a:rPr lang="ko-KR" altLang="en-US" sz="1800" dirty="0"/>
              <a:t>값이 유효한 범위인지 확인합니다</a:t>
            </a:r>
            <a:r>
              <a:rPr lang="en-US" altLang="ko-KR" sz="1800" dirty="0"/>
              <a:t>.</a:t>
            </a:r>
          </a:p>
          <a:p>
            <a:pPr lvl="1"/>
            <a:r>
              <a:rPr lang="en-US" sz="1200" dirty="0"/>
              <a:t>i</a:t>
            </a:r>
            <a:r>
              <a:rPr lang="ko-KR" altLang="en-US" sz="1200" dirty="0"/>
              <a:t>보다 앞에 있는 값들은 모두 </a:t>
            </a:r>
            <a:r>
              <a:rPr lang="en-US" altLang="ko-KR" sz="1200" dirty="0"/>
              <a:t>L</a:t>
            </a:r>
            <a:r>
              <a:rPr lang="ko-KR" altLang="en-US" sz="1200" dirty="0"/>
              <a:t>이하여야 합니다</a:t>
            </a:r>
            <a:r>
              <a:rPr lang="en-US" altLang="ko-KR" sz="1200" dirty="0"/>
              <a:t>.</a:t>
            </a:r>
            <a:endParaRPr lang="en-US" sz="1200" dirty="0"/>
          </a:p>
        </p:txBody>
      </p:sp>
      <p:pic>
        <p:nvPicPr>
          <p:cNvPr id="7" name="그림 6" descr="텍스트, 스크린샷, 디스플레이, 소프트웨어이(가) 표시된 사진&#10;&#10;자동 생성된 설명">
            <a:extLst>
              <a:ext uri="{FF2B5EF4-FFF2-40B4-BE49-F238E27FC236}">
                <a16:creationId xmlns:a16="http://schemas.microsoft.com/office/drawing/2014/main" id="{29264DEF-41EC-4181-48FF-CCF4C4EC96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80610" y="1687177"/>
            <a:ext cx="4737650" cy="3505861"/>
          </a:xfrm>
          <a:prstGeom prst="rect">
            <a:avLst/>
          </a:prstGeom>
        </p:spPr>
      </p:pic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437929AF-7C7F-F538-6FAB-132A8634FFCC}"/>
              </a:ext>
            </a:extLst>
          </p:cNvPr>
          <p:cNvCxnSpPr/>
          <p:nvPr/>
        </p:nvCxnSpPr>
        <p:spPr>
          <a:xfrm>
            <a:off x="4152550" y="2340528"/>
            <a:ext cx="3607267" cy="4110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85055FC4-7078-232A-E916-2FA83EC7F798}"/>
              </a:ext>
            </a:extLst>
          </p:cNvPr>
          <p:cNvCxnSpPr/>
          <p:nvPr/>
        </p:nvCxnSpPr>
        <p:spPr>
          <a:xfrm>
            <a:off x="4286774" y="2751589"/>
            <a:ext cx="3473043" cy="1677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7D7E3D0E-3811-F796-D07E-57C360C1D688}"/>
              </a:ext>
            </a:extLst>
          </p:cNvPr>
          <p:cNvCxnSpPr/>
          <p:nvPr/>
        </p:nvCxnSpPr>
        <p:spPr>
          <a:xfrm flipV="1">
            <a:off x="5427677" y="3087149"/>
            <a:ext cx="2332140" cy="838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6A65BED6-8847-C5D7-5776-08C67D815CD7}"/>
              </a:ext>
            </a:extLst>
          </p:cNvPr>
          <p:cNvCxnSpPr/>
          <p:nvPr/>
        </p:nvCxnSpPr>
        <p:spPr>
          <a:xfrm flipV="1">
            <a:off x="5293453" y="3632433"/>
            <a:ext cx="2734811" cy="671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54B88070-0219-46C1-E7B0-6AA967AC7C2A}"/>
              </a:ext>
            </a:extLst>
          </p:cNvPr>
          <p:cNvCxnSpPr>
            <a:stCxn id="9" idx="3"/>
          </p:cNvCxnSpPr>
          <p:nvPr/>
        </p:nvCxnSpPr>
        <p:spPr>
          <a:xfrm flipV="1">
            <a:off x="5575070" y="3825380"/>
            <a:ext cx="2453194" cy="3230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900548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6BC40E6-72F4-FA87-90DB-55F05AFFDC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Q&amp;A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584473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</TotalTime>
  <Words>683</Words>
  <Application>Microsoft Office PowerPoint</Application>
  <PresentationFormat>와이드스크린</PresentationFormat>
  <Paragraphs>92</Paragraphs>
  <Slides>10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5" baseType="lpstr">
      <vt:lpstr>맑은 고딕</vt:lpstr>
      <vt:lpstr>Arial</vt:lpstr>
      <vt:lpstr>Cambria Math</vt:lpstr>
      <vt:lpstr>Wingdings</vt:lpstr>
      <vt:lpstr>Office 테마</vt:lpstr>
      <vt:lpstr>상품권 배분</vt:lpstr>
      <vt:lpstr>문제 소개</vt:lpstr>
      <vt:lpstr>문제 소개 – init, add</vt:lpstr>
      <vt:lpstr>문제 소개 – remove, distribute</vt:lpstr>
      <vt:lpstr>문제 접근 – 문제 분리</vt:lpstr>
      <vt:lpstr>문제 접근 – 부분 문제1</vt:lpstr>
      <vt:lpstr>문제 접근 – 부분 문제2</vt:lpstr>
      <vt:lpstr>문제 구현 – distribute 이분탐색</vt:lpstr>
      <vt:lpstr>문제 구현 – distribute 정렬</vt:lpstr>
      <vt:lpstr>Q&amp;A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상품권 배분</dc:title>
  <dc:creator>이승재</dc:creator>
  <cp:lastModifiedBy>이승재</cp:lastModifiedBy>
  <cp:revision>1</cp:revision>
  <dcterms:created xsi:type="dcterms:W3CDTF">2024-01-29T06:25:41Z</dcterms:created>
  <dcterms:modified xsi:type="dcterms:W3CDTF">2024-01-29T08:12:01Z</dcterms:modified>
</cp:coreProperties>
</file>