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E35401-1D56-4771-9576-976A8F07D8DD}" v="84" dt="2024-01-25T09:00:13.5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64" autoAdjust="0"/>
    <p:restoredTop sz="94660"/>
  </p:normalViewPr>
  <p:slideViewPr>
    <p:cSldViewPr snapToGrid="0">
      <p:cViewPr varScale="1">
        <p:scale>
          <a:sx n="91" d="100"/>
          <a:sy n="91" d="100"/>
        </p:scale>
        <p:origin x="62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승재" userId="1d7995c1-5f7c-4e08-b977-e3b2be4af101" providerId="ADAL" clId="{2BE35401-1D56-4771-9576-976A8F07D8DD}"/>
    <pc:docChg chg="undo custSel addSld delSld modSld">
      <pc:chgData name="이승재" userId="1d7995c1-5f7c-4e08-b977-e3b2be4af101" providerId="ADAL" clId="{2BE35401-1D56-4771-9576-976A8F07D8DD}" dt="2024-01-25T09:05:19.338" v="5914" actId="478"/>
      <pc:docMkLst>
        <pc:docMk/>
      </pc:docMkLst>
      <pc:sldChg chg="addSp modSp new mod">
        <pc:chgData name="이승재" userId="1d7995c1-5f7c-4e08-b977-e3b2be4af101" providerId="ADAL" clId="{2BE35401-1D56-4771-9576-976A8F07D8DD}" dt="2024-01-25T07:32:48.041" v="70" actId="20577"/>
        <pc:sldMkLst>
          <pc:docMk/>
          <pc:sldMk cId="208740734" sldId="256"/>
        </pc:sldMkLst>
        <pc:spChg chg="mod">
          <ac:chgData name="이승재" userId="1d7995c1-5f7c-4e08-b977-e3b2be4af101" providerId="ADAL" clId="{2BE35401-1D56-4771-9576-976A8F07D8DD}" dt="2024-01-25T07:32:22.638" v="26" actId="20577"/>
          <ac:spMkLst>
            <pc:docMk/>
            <pc:sldMk cId="208740734" sldId="256"/>
            <ac:spMk id="2" creationId="{BD641C33-4DB0-C088-B417-9DB24B5AA064}"/>
          </ac:spMkLst>
        </pc:spChg>
        <pc:spChg chg="mod">
          <ac:chgData name="이승재" userId="1d7995c1-5f7c-4e08-b977-e3b2be4af101" providerId="ADAL" clId="{2BE35401-1D56-4771-9576-976A8F07D8DD}" dt="2024-01-25T07:32:27.795" v="44" actId="20577"/>
          <ac:spMkLst>
            <pc:docMk/>
            <pc:sldMk cId="208740734" sldId="256"/>
            <ac:spMk id="3" creationId="{D600F6DA-D4D6-DB5C-B707-2AEEDD7A18A6}"/>
          </ac:spMkLst>
        </pc:spChg>
        <pc:spChg chg="add mod">
          <ac:chgData name="이승재" userId="1d7995c1-5f7c-4e08-b977-e3b2be4af101" providerId="ADAL" clId="{2BE35401-1D56-4771-9576-976A8F07D8DD}" dt="2024-01-25T07:32:48.041" v="70" actId="20577"/>
          <ac:spMkLst>
            <pc:docMk/>
            <pc:sldMk cId="208740734" sldId="256"/>
            <ac:spMk id="4" creationId="{1828256E-1129-778B-81B9-D1E7419092DF}"/>
          </ac:spMkLst>
        </pc:spChg>
      </pc:sldChg>
      <pc:sldChg chg="addSp modSp new mod setBg">
        <pc:chgData name="이승재" userId="1d7995c1-5f7c-4e08-b977-e3b2be4af101" providerId="ADAL" clId="{2BE35401-1D56-4771-9576-976A8F07D8DD}" dt="2024-01-25T07:36:21.739" v="506" actId="404"/>
        <pc:sldMkLst>
          <pc:docMk/>
          <pc:sldMk cId="3793038450" sldId="257"/>
        </pc:sldMkLst>
        <pc:spChg chg="mod">
          <ac:chgData name="이승재" userId="1d7995c1-5f7c-4e08-b977-e3b2be4af101" providerId="ADAL" clId="{2BE35401-1D56-4771-9576-976A8F07D8DD}" dt="2024-01-25T07:35:49.071" v="364" actId="404"/>
          <ac:spMkLst>
            <pc:docMk/>
            <pc:sldMk cId="3793038450" sldId="257"/>
            <ac:spMk id="2" creationId="{AB949B31-CBA0-A201-4806-FEF5E2FA31D0}"/>
          </ac:spMkLst>
        </pc:spChg>
        <pc:spChg chg="mod">
          <ac:chgData name="이승재" userId="1d7995c1-5f7c-4e08-b977-e3b2be4af101" providerId="ADAL" clId="{2BE35401-1D56-4771-9576-976A8F07D8DD}" dt="2024-01-25T07:36:21.739" v="506" actId="404"/>
          <ac:spMkLst>
            <pc:docMk/>
            <pc:sldMk cId="3793038450" sldId="257"/>
            <ac:spMk id="3" creationId="{54B8C0C5-1AB0-06A4-A630-486CE434EE80}"/>
          </ac:spMkLst>
        </pc:spChg>
        <pc:spChg chg="add">
          <ac:chgData name="이승재" userId="1d7995c1-5f7c-4e08-b977-e3b2be4af101" providerId="ADAL" clId="{2BE35401-1D56-4771-9576-976A8F07D8DD}" dt="2024-01-25T07:35:26.231" v="282" actId="26606"/>
          <ac:spMkLst>
            <pc:docMk/>
            <pc:sldMk cId="3793038450" sldId="257"/>
            <ac:spMk id="10" creationId="{0D05C9B4-B5C9-2D4D-23C9-CEE72646F923}"/>
          </ac:spMkLst>
        </pc:spChg>
        <pc:picChg chg="add mod">
          <ac:chgData name="이승재" userId="1d7995c1-5f7c-4e08-b977-e3b2be4af101" providerId="ADAL" clId="{2BE35401-1D56-4771-9576-976A8F07D8DD}" dt="2024-01-25T07:35:29.521" v="284" actId="962"/>
          <ac:picMkLst>
            <pc:docMk/>
            <pc:sldMk cId="3793038450" sldId="257"/>
            <ac:picMk id="5" creationId="{DDD98D45-F683-D464-0697-8E409051398B}"/>
          </ac:picMkLst>
        </pc:picChg>
      </pc:sldChg>
      <pc:sldChg chg="modSp new mod">
        <pc:chgData name="이승재" userId="1d7995c1-5f7c-4e08-b977-e3b2be4af101" providerId="ADAL" clId="{2BE35401-1D56-4771-9576-976A8F07D8DD}" dt="2024-01-25T07:38:54.444" v="1153" actId="20577"/>
        <pc:sldMkLst>
          <pc:docMk/>
          <pc:sldMk cId="1114461995" sldId="258"/>
        </pc:sldMkLst>
        <pc:spChg chg="mod">
          <ac:chgData name="이승재" userId="1d7995c1-5f7c-4e08-b977-e3b2be4af101" providerId="ADAL" clId="{2BE35401-1D56-4771-9576-976A8F07D8DD}" dt="2024-01-25T07:36:38.071" v="521" actId="20577"/>
          <ac:spMkLst>
            <pc:docMk/>
            <pc:sldMk cId="1114461995" sldId="258"/>
            <ac:spMk id="2" creationId="{8348B31A-A5D1-1CE4-4E04-32A8F6678595}"/>
          </ac:spMkLst>
        </pc:spChg>
        <pc:spChg chg="mod">
          <ac:chgData name="이승재" userId="1d7995c1-5f7c-4e08-b977-e3b2be4af101" providerId="ADAL" clId="{2BE35401-1D56-4771-9576-976A8F07D8DD}" dt="2024-01-25T07:38:54.444" v="1153" actId="20577"/>
          <ac:spMkLst>
            <pc:docMk/>
            <pc:sldMk cId="1114461995" sldId="258"/>
            <ac:spMk id="3" creationId="{41D96C6F-83DE-1654-5BBF-3356414EC188}"/>
          </ac:spMkLst>
        </pc:spChg>
      </pc:sldChg>
      <pc:sldChg chg="addSp delSp modSp new mod">
        <pc:chgData name="이승재" userId="1d7995c1-5f7c-4e08-b977-e3b2be4af101" providerId="ADAL" clId="{2BE35401-1D56-4771-9576-976A8F07D8DD}" dt="2024-01-25T08:15:06.828" v="2842" actId="20577"/>
        <pc:sldMkLst>
          <pc:docMk/>
          <pc:sldMk cId="1487366334" sldId="259"/>
        </pc:sldMkLst>
        <pc:spChg chg="mod">
          <ac:chgData name="이승재" userId="1d7995c1-5f7c-4e08-b977-e3b2be4af101" providerId="ADAL" clId="{2BE35401-1D56-4771-9576-976A8F07D8DD}" dt="2024-01-25T07:41:48.991" v="1192" actId="20577"/>
          <ac:spMkLst>
            <pc:docMk/>
            <pc:sldMk cId="1487366334" sldId="259"/>
            <ac:spMk id="2" creationId="{7532B62E-5DAD-E801-4ACC-763DF9E919A5}"/>
          </ac:spMkLst>
        </pc:spChg>
        <pc:spChg chg="del mod">
          <ac:chgData name="이승재" userId="1d7995c1-5f7c-4e08-b977-e3b2be4af101" providerId="ADAL" clId="{2BE35401-1D56-4771-9576-976A8F07D8DD}" dt="2024-01-25T07:41:42.578" v="1184" actId="3680"/>
          <ac:spMkLst>
            <pc:docMk/>
            <pc:sldMk cId="1487366334" sldId="259"/>
            <ac:spMk id="3" creationId="{D9616222-4641-145C-A6C0-7AF1BC39174A}"/>
          </ac:spMkLst>
        </pc:spChg>
        <pc:graphicFrameChg chg="add mod ord modGraphic">
          <ac:chgData name="이승재" userId="1d7995c1-5f7c-4e08-b977-e3b2be4af101" providerId="ADAL" clId="{2BE35401-1D56-4771-9576-976A8F07D8DD}" dt="2024-01-25T08:15:06.828" v="2842" actId="20577"/>
          <ac:graphicFrameMkLst>
            <pc:docMk/>
            <pc:sldMk cId="1487366334" sldId="259"/>
            <ac:graphicFrameMk id="4" creationId="{6EC8DC26-E514-AB1B-5E5B-81B83421AB08}"/>
          </ac:graphicFrameMkLst>
        </pc:graphicFrameChg>
        <pc:picChg chg="add mod">
          <ac:chgData name="이승재" userId="1d7995c1-5f7c-4e08-b977-e3b2be4af101" providerId="ADAL" clId="{2BE35401-1D56-4771-9576-976A8F07D8DD}" dt="2024-01-25T08:07:35.699" v="2074" actId="1076"/>
          <ac:picMkLst>
            <pc:docMk/>
            <pc:sldMk cId="1487366334" sldId="259"/>
            <ac:picMk id="6" creationId="{1F4E2FE7-50F3-DC25-D5A5-7B0798672992}"/>
          </ac:picMkLst>
        </pc:picChg>
      </pc:sldChg>
      <pc:sldChg chg="addSp delSp modSp new mod">
        <pc:chgData name="이승재" userId="1d7995c1-5f7c-4e08-b977-e3b2be4af101" providerId="ADAL" clId="{2BE35401-1D56-4771-9576-976A8F07D8DD}" dt="2024-01-25T08:17:29.617" v="3004" actId="1076"/>
        <pc:sldMkLst>
          <pc:docMk/>
          <pc:sldMk cId="290974159" sldId="260"/>
        </pc:sldMkLst>
        <pc:spChg chg="mod">
          <ac:chgData name="이승재" userId="1d7995c1-5f7c-4e08-b977-e3b2be4af101" providerId="ADAL" clId="{2BE35401-1D56-4771-9576-976A8F07D8DD}" dt="2024-01-25T08:11:23.898" v="2097" actId="20577"/>
          <ac:spMkLst>
            <pc:docMk/>
            <pc:sldMk cId="290974159" sldId="260"/>
            <ac:spMk id="2" creationId="{E616CA11-C893-953B-69C9-D0868AE4C858}"/>
          </ac:spMkLst>
        </pc:spChg>
        <pc:spChg chg="del">
          <ac:chgData name="이승재" userId="1d7995c1-5f7c-4e08-b977-e3b2be4af101" providerId="ADAL" clId="{2BE35401-1D56-4771-9576-976A8F07D8DD}" dt="2024-01-25T08:11:27.870" v="2098" actId="3680"/>
          <ac:spMkLst>
            <pc:docMk/>
            <pc:sldMk cId="290974159" sldId="260"/>
            <ac:spMk id="3" creationId="{D12DAC13-688A-EF84-84A0-7B9CE26D9304}"/>
          </ac:spMkLst>
        </pc:spChg>
        <pc:graphicFrameChg chg="add mod ord modGraphic">
          <ac:chgData name="이승재" userId="1d7995c1-5f7c-4e08-b977-e3b2be4af101" providerId="ADAL" clId="{2BE35401-1D56-4771-9576-976A8F07D8DD}" dt="2024-01-25T08:15:51.029" v="3002" actId="404"/>
          <ac:graphicFrameMkLst>
            <pc:docMk/>
            <pc:sldMk cId="290974159" sldId="260"/>
            <ac:graphicFrameMk id="4" creationId="{F4D61461-A4FC-6BAD-E358-180E09DA92A1}"/>
          </ac:graphicFrameMkLst>
        </pc:graphicFrameChg>
        <pc:picChg chg="add del">
          <ac:chgData name="이승재" userId="1d7995c1-5f7c-4e08-b977-e3b2be4af101" providerId="ADAL" clId="{2BE35401-1D56-4771-9576-976A8F07D8DD}" dt="2024-01-25T08:13:31.885" v="2623" actId="22"/>
          <ac:picMkLst>
            <pc:docMk/>
            <pc:sldMk cId="290974159" sldId="260"/>
            <ac:picMk id="6" creationId="{3E995BE2-76E1-A625-72FD-38AAEFCDF04B}"/>
          </ac:picMkLst>
        </pc:picChg>
        <pc:picChg chg="add mod">
          <ac:chgData name="이승재" userId="1d7995c1-5f7c-4e08-b977-e3b2be4af101" providerId="ADAL" clId="{2BE35401-1D56-4771-9576-976A8F07D8DD}" dt="2024-01-25T08:17:29.617" v="3004" actId="1076"/>
          <ac:picMkLst>
            <pc:docMk/>
            <pc:sldMk cId="290974159" sldId="260"/>
            <ac:picMk id="8" creationId="{DE3A08F7-BBF0-861E-7B41-101CBCA5886F}"/>
          </ac:picMkLst>
        </pc:picChg>
      </pc:sldChg>
      <pc:sldChg chg="addSp delSp modSp new mod setBg">
        <pc:chgData name="이승재" userId="1d7995c1-5f7c-4e08-b977-e3b2be4af101" providerId="ADAL" clId="{2BE35401-1D56-4771-9576-976A8F07D8DD}" dt="2024-01-25T08:28:32.511" v="4317" actId="404"/>
        <pc:sldMkLst>
          <pc:docMk/>
          <pc:sldMk cId="3385828318" sldId="261"/>
        </pc:sldMkLst>
        <pc:spChg chg="mod">
          <ac:chgData name="이승재" userId="1d7995c1-5f7c-4e08-b977-e3b2be4af101" providerId="ADAL" clId="{2BE35401-1D56-4771-9576-976A8F07D8DD}" dt="2024-01-25T08:28:32.511" v="4317" actId="404"/>
          <ac:spMkLst>
            <pc:docMk/>
            <pc:sldMk cId="3385828318" sldId="261"/>
            <ac:spMk id="2" creationId="{F1AA6154-CB42-AC09-145B-8631B73BD981}"/>
          </ac:spMkLst>
        </pc:spChg>
        <pc:spChg chg="mod">
          <ac:chgData name="이승재" userId="1d7995c1-5f7c-4e08-b977-e3b2be4af101" providerId="ADAL" clId="{2BE35401-1D56-4771-9576-976A8F07D8DD}" dt="2024-01-25T08:26:47.944" v="4163" actId="20577"/>
          <ac:spMkLst>
            <pc:docMk/>
            <pc:sldMk cId="3385828318" sldId="261"/>
            <ac:spMk id="3" creationId="{CC4D72D6-73A2-24E4-E778-3FEEFDCFC02C}"/>
          </ac:spMkLst>
        </pc:spChg>
        <pc:spChg chg="add">
          <ac:chgData name="이승재" userId="1d7995c1-5f7c-4e08-b977-e3b2be4af101" providerId="ADAL" clId="{2BE35401-1D56-4771-9576-976A8F07D8DD}" dt="2024-01-25T08:20:52.508" v="3301" actId="26606"/>
          <ac:spMkLst>
            <pc:docMk/>
            <pc:sldMk cId="3385828318" sldId="261"/>
            <ac:spMk id="7" creationId="{F821940F-7A1D-4ACC-85B4-A932898ABB37}"/>
          </ac:spMkLst>
        </pc:spChg>
        <pc:spChg chg="add">
          <ac:chgData name="이승재" userId="1d7995c1-5f7c-4e08-b977-e3b2be4af101" providerId="ADAL" clId="{2BE35401-1D56-4771-9576-976A8F07D8DD}" dt="2024-01-25T08:20:52.508" v="3301" actId="26606"/>
          <ac:spMkLst>
            <pc:docMk/>
            <pc:sldMk cId="3385828318" sldId="261"/>
            <ac:spMk id="8" creationId="{16674508-81D3-48CF-96BF-7FC60EAA572A}"/>
          </ac:spMkLst>
        </pc:spChg>
        <pc:spChg chg="add del">
          <ac:chgData name="이승재" userId="1d7995c1-5f7c-4e08-b977-e3b2be4af101" providerId="ADAL" clId="{2BE35401-1D56-4771-9576-976A8F07D8DD}" dt="2024-01-25T08:20:03.391" v="3103" actId="26606"/>
          <ac:spMkLst>
            <pc:docMk/>
            <pc:sldMk cId="3385828318" sldId="261"/>
            <ac:spMk id="10" creationId="{3C54F4CE-85F0-46ED-80DA-9518C9251AD1}"/>
          </ac:spMkLst>
        </pc:spChg>
        <pc:spChg chg="add del">
          <ac:chgData name="이승재" userId="1d7995c1-5f7c-4e08-b977-e3b2be4af101" providerId="ADAL" clId="{2BE35401-1D56-4771-9576-976A8F07D8DD}" dt="2024-01-25T08:20:03.391" v="3103" actId="26606"/>
          <ac:spMkLst>
            <pc:docMk/>
            <pc:sldMk cId="3385828318" sldId="261"/>
            <ac:spMk id="12" creationId="{DADD1FCA-8ACB-4958-81DD-4CDD6D3E1921}"/>
          </ac:spMkLst>
        </pc:spChg>
        <pc:picChg chg="add mod">
          <ac:chgData name="이승재" userId="1d7995c1-5f7c-4e08-b977-e3b2be4af101" providerId="ADAL" clId="{2BE35401-1D56-4771-9576-976A8F07D8DD}" dt="2024-01-25T08:20:52.508" v="3301" actId="26606"/>
          <ac:picMkLst>
            <pc:docMk/>
            <pc:sldMk cId="3385828318" sldId="261"/>
            <ac:picMk id="5" creationId="{B1FC40F6-EEE6-C509-FACF-1114E3E0D13D}"/>
          </ac:picMkLst>
        </pc:picChg>
      </pc:sldChg>
      <pc:sldChg chg="modSp new mod">
        <pc:chgData name="이승재" userId="1d7995c1-5f7c-4e08-b977-e3b2be4af101" providerId="ADAL" clId="{2BE35401-1D56-4771-9576-976A8F07D8DD}" dt="2024-01-25T08:30:47.158" v="4584" actId="20577"/>
        <pc:sldMkLst>
          <pc:docMk/>
          <pc:sldMk cId="4191879096" sldId="262"/>
        </pc:sldMkLst>
        <pc:spChg chg="mod">
          <ac:chgData name="이승재" userId="1d7995c1-5f7c-4e08-b977-e3b2be4af101" providerId="ADAL" clId="{2BE35401-1D56-4771-9576-976A8F07D8DD}" dt="2024-01-25T08:28:30.073" v="4316" actId="404"/>
          <ac:spMkLst>
            <pc:docMk/>
            <pc:sldMk cId="4191879096" sldId="262"/>
            <ac:spMk id="2" creationId="{FC0E06A2-3501-BA5F-AD9E-5370CD6EC149}"/>
          </ac:spMkLst>
        </pc:spChg>
        <pc:spChg chg="mod">
          <ac:chgData name="이승재" userId="1d7995c1-5f7c-4e08-b977-e3b2be4af101" providerId="ADAL" clId="{2BE35401-1D56-4771-9576-976A8F07D8DD}" dt="2024-01-25T08:30:47.158" v="4584" actId="20577"/>
          <ac:spMkLst>
            <pc:docMk/>
            <pc:sldMk cId="4191879096" sldId="262"/>
            <ac:spMk id="3" creationId="{32D8CD10-A4A5-63E9-34D1-62D59AFE0903}"/>
          </ac:spMkLst>
        </pc:spChg>
      </pc:sldChg>
      <pc:sldChg chg="addSp modSp new mod setBg">
        <pc:chgData name="이승재" userId="1d7995c1-5f7c-4e08-b977-e3b2be4af101" providerId="ADAL" clId="{2BE35401-1D56-4771-9576-976A8F07D8DD}" dt="2024-01-25T08:44:06.164" v="5120" actId="20577"/>
        <pc:sldMkLst>
          <pc:docMk/>
          <pc:sldMk cId="21881706" sldId="263"/>
        </pc:sldMkLst>
        <pc:spChg chg="mod">
          <ac:chgData name="이승재" userId="1d7995c1-5f7c-4e08-b977-e3b2be4af101" providerId="ADAL" clId="{2BE35401-1D56-4771-9576-976A8F07D8DD}" dt="2024-01-25T08:40:58.558" v="4720" actId="26606"/>
          <ac:spMkLst>
            <pc:docMk/>
            <pc:sldMk cId="21881706" sldId="263"/>
            <ac:spMk id="2" creationId="{54B5A729-40AE-D183-6554-D3A17564E581}"/>
          </ac:spMkLst>
        </pc:spChg>
        <pc:spChg chg="mod">
          <ac:chgData name="이승재" userId="1d7995c1-5f7c-4e08-b977-e3b2be4af101" providerId="ADAL" clId="{2BE35401-1D56-4771-9576-976A8F07D8DD}" dt="2024-01-25T08:44:06.164" v="5120" actId="20577"/>
          <ac:spMkLst>
            <pc:docMk/>
            <pc:sldMk cId="21881706" sldId="263"/>
            <ac:spMk id="3" creationId="{70EB12E1-BA2E-DC8F-FC56-8E537EBE1BE3}"/>
          </ac:spMkLst>
        </pc:spChg>
        <pc:spChg chg="add">
          <ac:chgData name="이승재" userId="1d7995c1-5f7c-4e08-b977-e3b2be4af101" providerId="ADAL" clId="{2BE35401-1D56-4771-9576-976A8F07D8DD}" dt="2024-01-25T08:40:58.558" v="4720" actId="26606"/>
          <ac:spMkLst>
            <pc:docMk/>
            <pc:sldMk cId="21881706" sldId="263"/>
            <ac:spMk id="10" creationId="{2B97F24A-32CE-4C1C-A50D-3016B394DCFB}"/>
          </ac:spMkLst>
        </pc:spChg>
        <pc:spChg chg="add">
          <ac:chgData name="이승재" userId="1d7995c1-5f7c-4e08-b977-e3b2be4af101" providerId="ADAL" clId="{2BE35401-1D56-4771-9576-976A8F07D8DD}" dt="2024-01-25T08:40:58.558" v="4720" actId="26606"/>
          <ac:spMkLst>
            <pc:docMk/>
            <pc:sldMk cId="21881706" sldId="263"/>
            <ac:spMk id="12" creationId="{CD8B4F24-440B-49E9-B85D-733523DC064B}"/>
          </ac:spMkLst>
        </pc:spChg>
        <pc:picChg chg="add mod">
          <ac:chgData name="이승재" userId="1d7995c1-5f7c-4e08-b977-e3b2be4af101" providerId="ADAL" clId="{2BE35401-1D56-4771-9576-976A8F07D8DD}" dt="2024-01-25T08:40:58.558" v="4720" actId="26606"/>
          <ac:picMkLst>
            <pc:docMk/>
            <pc:sldMk cId="21881706" sldId="263"/>
            <ac:picMk id="5" creationId="{4A4396E9-D7CF-3CE3-F58B-92927ED53F38}"/>
          </ac:picMkLst>
        </pc:picChg>
      </pc:sldChg>
      <pc:sldChg chg="addSp delSp modSp new mod setBg">
        <pc:chgData name="이승재" userId="1d7995c1-5f7c-4e08-b977-e3b2be4af101" providerId="ADAL" clId="{2BE35401-1D56-4771-9576-976A8F07D8DD}" dt="2024-01-25T08:59:30.716" v="5489" actId="11529"/>
        <pc:sldMkLst>
          <pc:docMk/>
          <pc:sldMk cId="2189795619" sldId="264"/>
        </pc:sldMkLst>
        <pc:spChg chg="mod">
          <ac:chgData name="이승재" userId="1d7995c1-5f7c-4e08-b977-e3b2be4af101" providerId="ADAL" clId="{2BE35401-1D56-4771-9576-976A8F07D8DD}" dt="2024-01-25T08:56:50.606" v="5170" actId="26606"/>
          <ac:spMkLst>
            <pc:docMk/>
            <pc:sldMk cId="2189795619" sldId="264"/>
            <ac:spMk id="2" creationId="{036A3A8A-AA6D-2AF2-DB70-2DA2B44C9FFC}"/>
          </ac:spMkLst>
        </pc:spChg>
        <pc:spChg chg="del">
          <ac:chgData name="이승재" userId="1d7995c1-5f7c-4e08-b977-e3b2be4af101" providerId="ADAL" clId="{2BE35401-1D56-4771-9576-976A8F07D8DD}" dt="2024-01-25T08:56:33.834" v="5163"/>
          <ac:spMkLst>
            <pc:docMk/>
            <pc:sldMk cId="2189795619" sldId="264"/>
            <ac:spMk id="3" creationId="{98A8E66F-D83E-9E2B-5048-3D5F2411AEA1}"/>
          </ac:spMkLst>
        </pc:spChg>
        <pc:spChg chg="add del">
          <ac:chgData name="이승재" userId="1d7995c1-5f7c-4e08-b977-e3b2be4af101" providerId="ADAL" clId="{2BE35401-1D56-4771-9576-976A8F07D8DD}" dt="2024-01-25T08:56:39.524" v="5167" actId="26606"/>
          <ac:spMkLst>
            <pc:docMk/>
            <pc:sldMk cId="2189795619" sldId="264"/>
            <ac:spMk id="9" creationId="{21526DF8-89DA-E8C2-3B7D-9F12EFC1E967}"/>
          </ac:spMkLst>
        </pc:spChg>
        <pc:spChg chg="add del">
          <ac:chgData name="이승재" userId="1d7995c1-5f7c-4e08-b977-e3b2be4af101" providerId="ADAL" clId="{2BE35401-1D56-4771-9576-976A8F07D8DD}" dt="2024-01-25T08:58:31.528" v="5402" actId="11529"/>
          <ac:spMkLst>
            <pc:docMk/>
            <pc:sldMk cId="2189795619" sldId="264"/>
            <ac:spMk id="10" creationId="{DF6779A9-4985-18D9-9A5C-E13BFD07E0E3}"/>
          </ac:spMkLst>
        </pc:spChg>
        <pc:spChg chg="add del">
          <ac:chgData name="이승재" userId="1d7995c1-5f7c-4e08-b977-e3b2be4af101" providerId="ADAL" clId="{2BE35401-1D56-4771-9576-976A8F07D8DD}" dt="2024-01-25T08:56:39.524" v="5167" actId="26606"/>
          <ac:spMkLst>
            <pc:docMk/>
            <pc:sldMk cId="2189795619" sldId="264"/>
            <ac:spMk id="12" creationId="{80DF40B2-80F7-4E71-B46C-284163F3654A}"/>
          </ac:spMkLst>
        </pc:spChg>
        <pc:spChg chg="add del">
          <ac:chgData name="이승재" userId="1d7995c1-5f7c-4e08-b977-e3b2be4af101" providerId="ADAL" clId="{2BE35401-1D56-4771-9576-976A8F07D8DD}" dt="2024-01-25T08:56:50.599" v="5169" actId="26606"/>
          <ac:spMkLst>
            <pc:docMk/>
            <pc:sldMk cId="2189795619" sldId="264"/>
            <ac:spMk id="14" creationId="{B2DD41CD-8F47-4F56-AD12-4E2FF7696987}"/>
          </ac:spMkLst>
        </pc:spChg>
        <pc:spChg chg="add del">
          <ac:chgData name="이승재" userId="1d7995c1-5f7c-4e08-b977-e3b2be4af101" providerId="ADAL" clId="{2BE35401-1D56-4771-9576-976A8F07D8DD}" dt="2024-01-25T08:56:50.599" v="5169" actId="26606"/>
          <ac:spMkLst>
            <pc:docMk/>
            <pc:sldMk cId="2189795619" sldId="264"/>
            <ac:spMk id="15" creationId="{45D37F4E-DDB4-456B-97E0-9937730A039F}"/>
          </ac:spMkLst>
        </pc:spChg>
        <pc:spChg chg="add del">
          <ac:chgData name="이승재" userId="1d7995c1-5f7c-4e08-b977-e3b2be4af101" providerId="ADAL" clId="{2BE35401-1D56-4771-9576-976A8F07D8DD}" dt="2024-01-25T08:56:50.599" v="5169" actId="26606"/>
          <ac:spMkLst>
            <pc:docMk/>
            <pc:sldMk cId="2189795619" sldId="264"/>
            <ac:spMk id="16" creationId="{7AE09130-BD81-2981-8037-6021E16C5097}"/>
          </ac:spMkLst>
        </pc:spChg>
        <pc:spChg chg="add mod">
          <ac:chgData name="이승재" userId="1d7995c1-5f7c-4e08-b977-e3b2be4af101" providerId="ADAL" clId="{2BE35401-1D56-4771-9576-976A8F07D8DD}" dt="2024-01-25T08:59:09.818" v="5487" actId="20577"/>
          <ac:spMkLst>
            <pc:docMk/>
            <pc:sldMk cId="2189795619" sldId="264"/>
            <ac:spMk id="18" creationId="{EDE35C72-E484-8A84-83D1-6073B744EC9B}"/>
          </ac:spMkLst>
        </pc:spChg>
        <pc:grpChg chg="add">
          <ac:chgData name="이승재" userId="1d7995c1-5f7c-4e08-b977-e3b2be4af101" providerId="ADAL" clId="{2BE35401-1D56-4771-9576-976A8F07D8DD}" dt="2024-01-25T08:56:50.606" v="5170" actId="26606"/>
          <ac:grpSpMkLst>
            <pc:docMk/>
            <pc:sldMk cId="2189795619" sldId="264"/>
            <ac:grpSpMk id="19" creationId="{434FA563-76F6-CDCF-AEA0-A7B78E44647B}"/>
          </ac:grpSpMkLst>
        </pc:grpChg>
        <pc:picChg chg="add mod">
          <ac:chgData name="이승재" userId="1d7995c1-5f7c-4e08-b977-e3b2be4af101" providerId="ADAL" clId="{2BE35401-1D56-4771-9576-976A8F07D8DD}" dt="2024-01-25T08:56:50.606" v="5170" actId="26606"/>
          <ac:picMkLst>
            <pc:docMk/>
            <pc:sldMk cId="2189795619" sldId="264"/>
            <ac:picMk id="5" creationId="{0944B8D5-1BF4-C903-DB2A-42A4768508C0}"/>
          </ac:picMkLst>
        </pc:picChg>
        <pc:cxnChg chg="add mod">
          <ac:chgData name="이승재" userId="1d7995c1-5f7c-4e08-b977-e3b2be4af101" providerId="ADAL" clId="{2BE35401-1D56-4771-9576-976A8F07D8DD}" dt="2024-01-25T08:58:01.542" v="5344" actId="14100"/>
          <ac:cxnSpMkLst>
            <pc:docMk/>
            <pc:sldMk cId="2189795619" sldId="264"/>
            <ac:cxnSpMk id="7" creationId="{CE9DC89E-866C-5FD6-3250-D75594C789B7}"/>
          </ac:cxnSpMkLst>
        </pc:cxnChg>
        <pc:cxnChg chg="add">
          <ac:chgData name="이승재" userId="1d7995c1-5f7c-4e08-b977-e3b2be4af101" providerId="ADAL" clId="{2BE35401-1D56-4771-9576-976A8F07D8DD}" dt="2024-01-25T08:58:39.724" v="5403" actId="11529"/>
          <ac:cxnSpMkLst>
            <pc:docMk/>
            <pc:sldMk cId="2189795619" sldId="264"/>
            <ac:cxnSpMk id="17" creationId="{D7676542-46BB-60F5-5400-3A1ADC2220C9}"/>
          </ac:cxnSpMkLst>
        </pc:cxnChg>
        <pc:cxnChg chg="add">
          <ac:chgData name="이승재" userId="1d7995c1-5f7c-4e08-b977-e3b2be4af101" providerId="ADAL" clId="{2BE35401-1D56-4771-9576-976A8F07D8DD}" dt="2024-01-25T08:58:51.536" v="5404" actId="11529"/>
          <ac:cxnSpMkLst>
            <pc:docMk/>
            <pc:sldMk cId="2189795619" sldId="264"/>
            <ac:cxnSpMk id="22" creationId="{D93EB656-06E0-5800-8B46-8595542E7E4E}"/>
          </ac:cxnSpMkLst>
        </pc:cxnChg>
        <pc:cxnChg chg="add">
          <ac:chgData name="이승재" userId="1d7995c1-5f7c-4e08-b977-e3b2be4af101" providerId="ADAL" clId="{2BE35401-1D56-4771-9576-976A8F07D8DD}" dt="2024-01-25T08:59:18.889" v="5488" actId="11529"/>
          <ac:cxnSpMkLst>
            <pc:docMk/>
            <pc:sldMk cId="2189795619" sldId="264"/>
            <ac:cxnSpMk id="24" creationId="{3127F783-AFEF-63B9-EC82-4C2850137A12}"/>
          </ac:cxnSpMkLst>
        </pc:cxnChg>
        <pc:cxnChg chg="add">
          <ac:chgData name="이승재" userId="1d7995c1-5f7c-4e08-b977-e3b2be4af101" providerId="ADAL" clId="{2BE35401-1D56-4771-9576-976A8F07D8DD}" dt="2024-01-25T08:59:30.716" v="5489" actId="11529"/>
          <ac:cxnSpMkLst>
            <pc:docMk/>
            <pc:sldMk cId="2189795619" sldId="264"/>
            <ac:cxnSpMk id="26" creationId="{3E49F9FD-0349-76DB-2CE9-84D38FB4C66C}"/>
          </ac:cxnSpMkLst>
        </pc:cxnChg>
      </pc:sldChg>
      <pc:sldChg chg="modSp new del mod">
        <pc:chgData name="이승재" userId="1d7995c1-5f7c-4e08-b977-e3b2be4af101" providerId="ADAL" clId="{2BE35401-1D56-4771-9576-976A8F07D8DD}" dt="2024-01-25T08:44:19.841" v="5121" actId="47"/>
        <pc:sldMkLst>
          <pc:docMk/>
          <pc:sldMk cId="3844321658" sldId="264"/>
        </pc:sldMkLst>
        <pc:spChg chg="mod">
          <ac:chgData name="이승재" userId="1d7995c1-5f7c-4e08-b977-e3b2be4af101" providerId="ADAL" clId="{2BE35401-1D56-4771-9576-976A8F07D8DD}" dt="2024-01-25T08:43:11.099" v="4974" actId="20577"/>
          <ac:spMkLst>
            <pc:docMk/>
            <pc:sldMk cId="3844321658" sldId="264"/>
            <ac:spMk id="2" creationId="{4FEFD7BF-1024-9C34-EE9D-8B92627ED395}"/>
          </ac:spMkLst>
        </pc:spChg>
        <pc:spChg chg="mod">
          <ac:chgData name="이승재" userId="1d7995c1-5f7c-4e08-b977-e3b2be4af101" providerId="ADAL" clId="{2BE35401-1D56-4771-9576-976A8F07D8DD}" dt="2024-01-25T08:43:49.441" v="5103" actId="20577"/>
          <ac:spMkLst>
            <pc:docMk/>
            <pc:sldMk cId="3844321658" sldId="264"/>
            <ac:spMk id="3" creationId="{7E1DB5B9-8EDD-0878-8867-BCC632B81165}"/>
          </ac:spMkLst>
        </pc:spChg>
      </pc:sldChg>
      <pc:sldChg chg="addSp delSp modSp new mod setBg">
        <pc:chgData name="이승재" userId="1d7995c1-5f7c-4e08-b977-e3b2be4af101" providerId="ADAL" clId="{2BE35401-1D56-4771-9576-976A8F07D8DD}" dt="2024-01-25T09:05:08.977" v="5903" actId="11529"/>
        <pc:sldMkLst>
          <pc:docMk/>
          <pc:sldMk cId="822343201" sldId="265"/>
        </pc:sldMkLst>
        <pc:spChg chg="mod">
          <ac:chgData name="이승재" userId="1d7995c1-5f7c-4e08-b977-e3b2be4af101" providerId="ADAL" clId="{2BE35401-1D56-4771-9576-976A8F07D8DD}" dt="2024-01-25T09:04:50.276" v="5899" actId="404"/>
          <ac:spMkLst>
            <pc:docMk/>
            <pc:sldMk cId="822343201" sldId="265"/>
            <ac:spMk id="2" creationId="{912A18E0-B844-90F3-8161-909E83784E0E}"/>
          </ac:spMkLst>
        </pc:spChg>
        <pc:spChg chg="del">
          <ac:chgData name="이승재" userId="1d7995c1-5f7c-4e08-b977-e3b2be4af101" providerId="ADAL" clId="{2BE35401-1D56-4771-9576-976A8F07D8DD}" dt="2024-01-25T09:00:13.532" v="5506"/>
          <ac:spMkLst>
            <pc:docMk/>
            <pc:sldMk cId="822343201" sldId="265"/>
            <ac:spMk id="3" creationId="{8C08C26F-F759-148E-A8BA-8B857310BC67}"/>
          </ac:spMkLst>
        </pc:spChg>
        <pc:spChg chg="add mod">
          <ac:chgData name="이승재" userId="1d7995c1-5f7c-4e08-b977-e3b2be4af101" providerId="ADAL" clId="{2BE35401-1D56-4771-9576-976A8F07D8DD}" dt="2024-01-25T09:04:52.573" v="5901" actId="404"/>
          <ac:spMkLst>
            <pc:docMk/>
            <pc:sldMk cId="822343201" sldId="265"/>
            <ac:spMk id="9" creationId="{19B30579-6994-6976-4301-3BEC2124C7F0}"/>
          </ac:spMkLst>
        </pc:spChg>
        <pc:grpChg chg="add">
          <ac:chgData name="이승재" userId="1d7995c1-5f7c-4e08-b977-e3b2be4af101" providerId="ADAL" clId="{2BE35401-1D56-4771-9576-976A8F07D8DD}" dt="2024-01-25T09:01:09.092" v="5509" actId="26606"/>
          <ac:grpSpMkLst>
            <pc:docMk/>
            <pc:sldMk cId="822343201" sldId="265"/>
            <ac:grpSpMk id="12" creationId="{1FD67D68-9B83-C338-8342-3348D8F22347}"/>
          </ac:grpSpMkLst>
        </pc:grpChg>
        <pc:picChg chg="add mod">
          <ac:chgData name="이승재" userId="1d7995c1-5f7c-4e08-b977-e3b2be4af101" providerId="ADAL" clId="{2BE35401-1D56-4771-9576-976A8F07D8DD}" dt="2024-01-25T09:01:09.092" v="5509" actId="26606"/>
          <ac:picMkLst>
            <pc:docMk/>
            <pc:sldMk cId="822343201" sldId="265"/>
            <ac:picMk id="5" creationId="{C8004F77-636B-538E-2642-52330D16E46A}"/>
          </ac:picMkLst>
        </pc:picChg>
        <pc:cxnChg chg="add">
          <ac:chgData name="이승재" userId="1d7995c1-5f7c-4e08-b977-e3b2be4af101" providerId="ADAL" clId="{2BE35401-1D56-4771-9576-976A8F07D8DD}" dt="2024-01-25T09:05:01.088" v="5902" actId="11529"/>
          <ac:cxnSpMkLst>
            <pc:docMk/>
            <pc:sldMk cId="822343201" sldId="265"/>
            <ac:cxnSpMk id="7" creationId="{66DA7A0B-F3B4-A8DB-5B8F-5280F4B9BEDF}"/>
          </ac:cxnSpMkLst>
        </pc:cxnChg>
        <pc:cxnChg chg="add">
          <ac:chgData name="이승재" userId="1d7995c1-5f7c-4e08-b977-e3b2be4af101" providerId="ADAL" clId="{2BE35401-1D56-4771-9576-976A8F07D8DD}" dt="2024-01-25T09:05:08.977" v="5903" actId="11529"/>
          <ac:cxnSpMkLst>
            <pc:docMk/>
            <pc:sldMk cId="822343201" sldId="265"/>
            <ac:cxnSpMk id="10" creationId="{F47A7179-76AA-BFA0-2BC9-B8A6B751B667}"/>
          </ac:cxnSpMkLst>
        </pc:cxnChg>
      </pc:sldChg>
      <pc:sldChg chg="delSp modSp new mod">
        <pc:chgData name="이승재" userId="1d7995c1-5f7c-4e08-b977-e3b2be4af101" providerId="ADAL" clId="{2BE35401-1D56-4771-9576-976A8F07D8DD}" dt="2024-01-25T09:05:19.338" v="5914" actId="478"/>
        <pc:sldMkLst>
          <pc:docMk/>
          <pc:sldMk cId="3453365055" sldId="266"/>
        </pc:sldMkLst>
        <pc:spChg chg="mod">
          <ac:chgData name="이승재" userId="1d7995c1-5f7c-4e08-b977-e3b2be4af101" providerId="ADAL" clId="{2BE35401-1D56-4771-9576-976A8F07D8DD}" dt="2024-01-25T09:05:16.577" v="5913" actId="20577"/>
          <ac:spMkLst>
            <pc:docMk/>
            <pc:sldMk cId="3453365055" sldId="266"/>
            <ac:spMk id="2" creationId="{F23AAEE6-6C1F-2960-B65C-517BA90A0A34}"/>
          </ac:spMkLst>
        </pc:spChg>
        <pc:spChg chg="del">
          <ac:chgData name="이승재" userId="1d7995c1-5f7c-4e08-b977-e3b2be4af101" providerId="ADAL" clId="{2BE35401-1D56-4771-9576-976A8F07D8DD}" dt="2024-01-25T09:05:19.338" v="5914" actId="478"/>
          <ac:spMkLst>
            <pc:docMk/>
            <pc:sldMk cId="3453365055" sldId="266"/>
            <ac:spMk id="3" creationId="{C4CCE6AD-012F-4989-5956-71CEC74A30D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131F4C-E736-D3B2-F50C-B271B2D87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C19681-FE9E-5CA0-25FC-77646EDE8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D5FC67-3D63-9AA7-BCA3-64653CB29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653E-5119-4EA7-84D3-0330F71BE1F1}" type="datetimeFigureOut">
              <a:rPr lang="ko-KR" altLang="en-US" smtClean="0"/>
              <a:t>2024-01-25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99F8D5-B235-845C-03FE-1F274B6BA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CB699B-16C7-C03D-FDFE-908ED0E1D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89FFD-4AC5-4AE6-8478-2CFAF970E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571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CA080-F8A3-3D39-BE36-20CF8AD1C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63E4BB-67BD-14D8-EC12-E1BE984C8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693526-1B20-DA48-432A-3F1A51D88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653E-5119-4EA7-84D3-0330F71BE1F1}" type="datetimeFigureOut">
              <a:rPr lang="ko-KR" altLang="en-US" smtClean="0"/>
              <a:t>2024-01-25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FC907A-2AA3-2D97-8DF2-B64A9B897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31AF16-05DA-C352-E6EB-2088F3A57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89FFD-4AC5-4AE6-8478-2CFAF970E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10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5BFD2-3CAE-848E-B755-66202B99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A3F346-AEC9-5514-37BF-5B6B94F6B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1D0F80-70B1-9E3D-8714-8D6620424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653E-5119-4EA7-84D3-0330F71BE1F1}" type="datetimeFigureOut">
              <a:rPr lang="ko-KR" altLang="en-US" smtClean="0"/>
              <a:t>2024-01-25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ED4AFB-4356-968C-A74E-4B2C7124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579142-3207-D0A7-9403-F643E7727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89FFD-4AC5-4AE6-8478-2CFAF970E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077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713FC-CD33-1921-69AD-B4E4AB87C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68A2E6-6A52-4C71-0978-6799CF3E0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F52D88-FDDD-BB39-8A99-506FCCF77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1CA4ED-9BE8-3A5E-6180-A4822FE18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653E-5119-4EA7-84D3-0330F71BE1F1}" type="datetimeFigureOut">
              <a:rPr lang="ko-KR" altLang="en-US" smtClean="0"/>
              <a:t>2024-01-25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86DE3A-3155-E4A5-8D9C-454B7008D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5F7147-DE42-B583-9D4C-622A938A3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89FFD-4AC5-4AE6-8478-2CFAF970E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177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02D5D-BCA6-1EDE-88EB-A5D6F6AD1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4451AE-D93D-F6B5-A97F-08BEDA298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539D1D-F0BF-00BC-213B-4441E9147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6812C8-5A6A-3F6A-F4E1-EA9AEDB8C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4C1758-B6DA-AAC1-B2FE-DFE572F03F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E510B7-C474-3A92-7804-7B8F36BDB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653E-5119-4EA7-84D3-0330F71BE1F1}" type="datetimeFigureOut">
              <a:rPr lang="ko-KR" altLang="en-US" smtClean="0"/>
              <a:t>2024-01-25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BFCB23-8A5E-93A0-368F-95653CBD6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732448-3D9D-3CCA-8B01-D84F0BBCD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89FFD-4AC5-4AE6-8478-2CFAF970E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91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57D71A-396B-86C9-DC16-85F84554D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EA1865D-F035-B679-CD01-1C21B6422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653E-5119-4EA7-84D3-0330F71BE1F1}" type="datetimeFigureOut">
              <a:rPr lang="ko-KR" altLang="en-US" smtClean="0"/>
              <a:t>2024-01-25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E2C637-6BF2-C01C-ADB0-117DA3FD6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7425D3-0540-C210-F97C-55F43F975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89FFD-4AC5-4AE6-8478-2CFAF970E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616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C18C796-1A7C-1ED6-8F8B-DCA3F052B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653E-5119-4EA7-84D3-0330F71BE1F1}" type="datetimeFigureOut">
              <a:rPr lang="ko-KR" altLang="en-US" smtClean="0"/>
              <a:t>2024-01-25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1E37EFA-6A1D-081E-A00F-8DA3B8B6A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5B7886-DE6C-672F-81B1-BA1DC0060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89FFD-4AC5-4AE6-8478-2CFAF970E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6313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C9C32-14B4-86B1-E4E6-0556F4E9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8FC9C3-3ED6-33FB-549D-99F8EA8C0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DB0388-7A9B-CD50-D0B3-AA6953751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55CC31-BF3D-7E27-67BB-4CF2F35A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653E-5119-4EA7-84D3-0330F71BE1F1}" type="datetimeFigureOut">
              <a:rPr lang="ko-KR" altLang="en-US" smtClean="0"/>
              <a:t>2024-01-25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B0CA84-A3F7-0CFD-A51B-0DE67609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440C09-9E22-8DC7-321B-52E2B7FF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89FFD-4AC5-4AE6-8478-2CFAF970E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928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45C1F8-8FDF-F2DF-A5F5-CE3DC0E7B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2A589A4-C6FE-1ACA-A0A0-4109E9F3BF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7590A6-C4A5-6B26-7D08-190B884ED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614FB8-90E6-EE78-B6E2-410A2EDE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653E-5119-4EA7-84D3-0330F71BE1F1}" type="datetimeFigureOut">
              <a:rPr lang="ko-KR" altLang="en-US" smtClean="0"/>
              <a:t>2024-01-25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D496F0-229C-1B78-4836-88D430F89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6F00E2-C28D-4E42-15CD-BDC17294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89FFD-4AC5-4AE6-8478-2CFAF970E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43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742AE1-15BC-B5B5-F582-C0D5C837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40BAF1-DC82-7B53-E728-E4BFAA27E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C6A4AA-E022-358F-2F31-0C303B4B9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653E-5119-4EA7-84D3-0330F71BE1F1}" type="datetimeFigureOut">
              <a:rPr lang="ko-KR" altLang="en-US" smtClean="0"/>
              <a:t>2024-01-25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46F71C-7539-59F1-235A-F671A00D0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C21D2F-C5A3-1638-395F-F1D0F138F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89FFD-4AC5-4AE6-8478-2CFAF970E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62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A6143E8-15AC-254C-A3C3-1924CBFAC0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152F84-41CC-7FB0-91D0-750FF2E23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DC4A73-F2B1-0278-3268-A334410E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7653E-5119-4EA7-84D3-0330F71BE1F1}" type="datetimeFigureOut">
              <a:rPr lang="ko-KR" altLang="en-US" smtClean="0"/>
              <a:t>2024-01-25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491ABA-4BF3-8432-935F-AE4B74AB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F54B2E-F2CF-85C3-99F3-52D99AC60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89FFD-4AC5-4AE6-8478-2CFAF970E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170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4B5275-1519-BBF6-B363-705DA1996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2E28D1-0068-A9C9-818A-0EF4DB0A0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376557-216D-3C1A-66BC-616F7CA78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7653E-5119-4EA7-84D3-0330F71BE1F1}" type="datetimeFigureOut">
              <a:rPr lang="ko-KR" altLang="en-US" smtClean="0"/>
              <a:t>2024-01-25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9A5B1B-E813-EA8F-3CF1-27EF27575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BA7F61-E4A2-C34F-7939-655B98F77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89FFD-4AC5-4AE6-8478-2CFAF970E1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039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641C33-4DB0-C088-B417-9DB24B5AA0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메모장 프로그램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00F6DA-D4D6-DB5C-B707-2AEEDD7A18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SQRT decomposition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28256E-1129-778B-81B9-D1E7419092DF}"/>
              </a:ext>
            </a:extLst>
          </p:cNvPr>
          <p:cNvSpPr txBox="1"/>
          <p:nvPr/>
        </p:nvSpPr>
        <p:spPr>
          <a:xfrm>
            <a:off x="9355873" y="6356195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2024-01-30 </a:t>
            </a:r>
            <a:r>
              <a:rPr lang="ko-KR" altLang="en-US" dirty="0"/>
              <a:t>이승재</a:t>
            </a:r>
          </a:p>
        </p:txBody>
      </p:sp>
    </p:spTree>
    <p:extLst>
      <p:ext uri="{BB962C8B-B14F-4D97-AF65-F5344CB8AC3E}">
        <p14:creationId xmlns:p14="http://schemas.microsoft.com/office/powerpoint/2010/main" val="208740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949B31-CBA0-A201-4806-FEF5E2FA3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5334000" cy="1708246"/>
          </a:xfrm>
        </p:spPr>
        <p:txBody>
          <a:bodyPr anchor="ctr">
            <a:normAutofit/>
          </a:bodyPr>
          <a:lstStyle/>
          <a:p>
            <a:r>
              <a:rPr lang="ko-KR" altLang="en-US" sz="3600" dirty="0"/>
              <a:t>문제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B8C0C5-1AB0-06A4-A630-486CE434E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4" y="2470245"/>
            <a:ext cx="5334006" cy="3769835"/>
          </a:xfrm>
        </p:spPr>
        <p:txBody>
          <a:bodyPr anchor="ctr">
            <a:normAutofit/>
          </a:bodyPr>
          <a:lstStyle/>
          <a:p>
            <a:r>
              <a:rPr lang="ko-KR" altLang="en-US" sz="1600" dirty="0"/>
              <a:t>메모장 프로그램을 구현하려고 한다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메모장의 높이는 </a:t>
            </a:r>
            <a:r>
              <a:rPr lang="en-US" altLang="ko-KR" sz="1600" dirty="0"/>
              <a:t>H, </a:t>
            </a:r>
            <a:r>
              <a:rPr lang="ko-KR" altLang="en-US" sz="1600" dirty="0"/>
              <a:t>너비는 </a:t>
            </a:r>
            <a:r>
              <a:rPr lang="en-US" altLang="ko-KR" sz="1600" dirty="0"/>
              <a:t>W</a:t>
            </a:r>
            <a:r>
              <a:rPr lang="ko-KR" altLang="en-US" sz="1600" dirty="0"/>
              <a:t>이다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문자를 </a:t>
            </a:r>
            <a:r>
              <a:rPr lang="en-US" altLang="ko-KR" sz="1600" dirty="0"/>
              <a:t>W</a:t>
            </a:r>
            <a:r>
              <a:rPr lang="ko-KR" altLang="en-US" sz="1600" dirty="0"/>
              <a:t>개보다 많이 입력하면 다음 줄로 넘어간다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다음 기능을 제공하는 메모장을 구현해 보자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400" dirty="0"/>
              <a:t>1. </a:t>
            </a:r>
            <a:r>
              <a:rPr lang="ko-KR" altLang="en-US" sz="1400" dirty="0"/>
              <a:t>커서 위치에 문자 삽입</a:t>
            </a:r>
            <a:endParaRPr lang="en-US" altLang="ko-KR" sz="1400" dirty="0"/>
          </a:p>
          <a:p>
            <a:pPr lvl="1"/>
            <a:r>
              <a:rPr lang="en-US" altLang="ko-KR" sz="1400" dirty="0"/>
              <a:t>2. </a:t>
            </a:r>
            <a:r>
              <a:rPr lang="ko-KR" altLang="en-US" sz="1400" dirty="0"/>
              <a:t>커서 위치 변경</a:t>
            </a:r>
            <a:endParaRPr lang="en-US" altLang="ko-KR" sz="1400" dirty="0"/>
          </a:p>
          <a:p>
            <a:pPr lvl="1"/>
            <a:r>
              <a:rPr lang="en-US" altLang="ko-KR" sz="1400" dirty="0"/>
              <a:t>3. </a:t>
            </a:r>
            <a:r>
              <a:rPr lang="ko-KR" altLang="en-US" sz="1400" dirty="0"/>
              <a:t>커서 뒤쪽 부분에서 특정 문자의 개수 리턴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05C9B4-B5C9-2D4D-23C9-CEE72646F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-1"/>
            <a:ext cx="5410200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66700" dist="215900" dir="858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그림 4" descr="텍스트, 폰트, 스크린샷, 화이트이(가) 표시된 사진&#10;&#10;자동 생성된 설명">
            <a:extLst>
              <a:ext uri="{FF2B5EF4-FFF2-40B4-BE49-F238E27FC236}">
                <a16:creationId xmlns:a16="http://schemas.microsoft.com/office/drawing/2014/main" id="{DDD98D45-F683-D464-0697-8E4090513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889" y="753692"/>
            <a:ext cx="3648023" cy="53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38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48B31A-A5D1-1CE4-4E04-32A8F667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96C6F-83DE-1654-5BBF-3356414EC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1. </a:t>
            </a:r>
            <a:r>
              <a:rPr lang="ko-KR" altLang="en-US" sz="2400" dirty="0"/>
              <a:t>특정 위치에 문자를 삽입한다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2. </a:t>
            </a:r>
            <a:r>
              <a:rPr lang="ko-KR" altLang="en-US" sz="2400" dirty="0"/>
              <a:t>특정 위치의 문자를 구한다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3. </a:t>
            </a:r>
            <a:r>
              <a:rPr lang="ko-KR" altLang="en-US" sz="2400" dirty="0"/>
              <a:t>특정 위치 뒤쪽에서 특정 문자의 개수를 구한다</a:t>
            </a:r>
            <a:r>
              <a:rPr lang="en-US" altLang="ko-KR" sz="2400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메모장이 </a:t>
            </a:r>
            <a:r>
              <a:rPr lang="en-US" altLang="ko-KR" dirty="0"/>
              <a:t>2</a:t>
            </a:r>
            <a:r>
              <a:rPr lang="ko-KR" altLang="en-US" dirty="0"/>
              <a:t>차원일 필요가 있을까</a:t>
            </a:r>
            <a:r>
              <a:rPr lang="en-US" altLang="ko-KR" dirty="0"/>
              <a:t>??</a:t>
            </a:r>
          </a:p>
          <a:p>
            <a:pPr lvl="1"/>
            <a:r>
              <a:rPr lang="en-US" altLang="ko-KR" sz="2000" dirty="0"/>
              <a:t>case1)</a:t>
            </a:r>
            <a:r>
              <a:rPr lang="ko-KR" altLang="en-US" sz="2000" dirty="0"/>
              <a:t> 문제를 풀기 까다롭게 만들기 위한 출제자의 계략</a:t>
            </a:r>
            <a:endParaRPr lang="en-US" altLang="ko-KR" sz="2000" dirty="0"/>
          </a:p>
          <a:p>
            <a:pPr lvl="1"/>
            <a:r>
              <a:rPr lang="en-US" altLang="ko-KR" sz="2000" dirty="0"/>
              <a:t>case2) </a:t>
            </a:r>
            <a:r>
              <a:rPr lang="ko-KR" altLang="en-US" sz="2000" dirty="0"/>
              <a:t>의도한 풀이가 너무 창의적이어서 힌트를 줄 필요가 있다고 생각한 출제자</a:t>
            </a:r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14461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2B62E-5DAD-E801-4ACC-763DF9E91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소개 </a:t>
            </a:r>
            <a:r>
              <a:rPr lang="en-US" altLang="ko-KR" dirty="0"/>
              <a:t>– </a:t>
            </a:r>
            <a:r>
              <a:rPr lang="en-US" altLang="ko-KR" dirty="0" err="1"/>
              <a:t>init</a:t>
            </a:r>
            <a:r>
              <a:rPr lang="en-US" altLang="ko-KR" dirty="0"/>
              <a:t>, insert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6EC8DC26-E514-AB1B-5E5B-81B83421AB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3433406"/>
              </p:ext>
            </p:extLst>
          </p:nvPr>
        </p:nvGraphicFramePr>
        <p:xfrm>
          <a:off x="838200" y="1352659"/>
          <a:ext cx="10515600" cy="3404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9451660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68968425"/>
                    </a:ext>
                  </a:extLst>
                </a:gridCol>
              </a:tblGrid>
              <a:tr h="5641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void </a:t>
                      </a:r>
                      <a:r>
                        <a:rPr lang="en-US" altLang="ko-KR" dirty="0" err="1"/>
                        <a:t>init</a:t>
                      </a:r>
                      <a:r>
                        <a:rPr lang="en-US" altLang="ko-KR" dirty="0"/>
                        <a:t>(int h, int w, char str[])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void insert(char c)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916375"/>
                  </a:ext>
                </a:extLst>
              </a:tr>
              <a:tr h="28401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1.</a:t>
                      </a:r>
                      <a:r>
                        <a:rPr lang="ko-KR" altLang="en-US" sz="1600" dirty="0"/>
                        <a:t>각 </a:t>
                      </a:r>
                      <a:r>
                        <a:rPr lang="en-US" altLang="ko-KR" sz="1600" dirty="0"/>
                        <a:t>TC</a:t>
                      </a:r>
                      <a:r>
                        <a:rPr lang="ko-KR" altLang="en-US" sz="1600" dirty="0"/>
                        <a:t>처음에 호출된다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latinLnBrk="1"/>
                      <a:r>
                        <a:rPr lang="en-US" altLang="ko-KR" sz="1600" dirty="0"/>
                        <a:t>2. </a:t>
                      </a:r>
                      <a:r>
                        <a:rPr lang="ko-KR" altLang="en-US" sz="1600" dirty="0"/>
                        <a:t>메모장의 높이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너비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초기 문자열이 주어진다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Parameters</a:t>
                      </a:r>
                    </a:p>
                    <a:p>
                      <a:pPr latinLnBrk="1"/>
                      <a:r>
                        <a:rPr lang="en-US" altLang="ko-KR" dirty="0"/>
                        <a:t>1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</a:p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</a:p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길이 ≤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 * w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1. </a:t>
                      </a:r>
                      <a:r>
                        <a:rPr lang="ko-KR" altLang="en-US" sz="1600" dirty="0"/>
                        <a:t>커서 위치에 문자 </a:t>
                      </a:r>
                      <a:r>
                        <a:rPr lang="en-US" altLang="ko-KR" sz="1600" dirty="0"/>
                        <a:t>c</a:t>
                      </a:r>
                      <a:r>
                        <a:rPr lang="ko-KR" altLang="en-US" sz="1600" dirty="0"/>
                        <a:t>를 삽입한다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latinLnBrk="1"/>
                      <a:r>
                        <a:rPr lang="en-US" altLang="ko-KR" sz="1600" dirty="0"/>
                        <a:t>2. </a:t>
                      </a:r>
                      <a:r>
                        <a:rPr lang="ko-KR" altLang="en-US" sz="1600" dirty="0"/>
                        <a:t>입력 후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커서는 새로운 문자의 오른쪽에 위치한다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latinLnBrk="1"/>
                      <a:r>
                        <a:rPr lang="en-US" altLang="ko-KR" sz="1600" dirty="0"/>
                        <a:t>3. </a:t>
                      </a:r>
                      <a:r>
                        <a:rPr lang="ko-KR" altLang="en-US" sz="1600" dirty="0"/>
                        <a:t>문자 입력 후 문자열의 길이가 </a:t>
                      </a:r>
                      <a:r>
                        <a:rPr lang="en-US" altLang="ko-KR" sz="1600" dirty="0"/>
                        <a:t>h * w</a:t>
                      </a:r>
                      <a:r>
                        <a:rPr lang="ko-KR" altLang="en-US" sz="1600" dirty="0"/>
                        <a:t>를 초과하는 경우는 없다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latinLnBrk="1"/>
                      <a:r>
                        <a:rPr lang="en-US" altLang="ko-KR" sz="1600" dirty="0"/>
                        <a:t>4. </a:t>
                      </a:r>
                      <a:r>
                        <a:rPr lang="ko-KR" altLang="en-US" sz="1600" dirty="0"/>
                        <a:t>각 </a:t>
                      </a:r>
                      <a:r>
                        <a:rPr lang="en-US" altLang="ko-KR" sz="1600" dirty="0"/>
                        <a:t>TC</a:t>
                      </a:r>
                      <a:r>
                        <a:rPr lang="ko-KR" altLang="en-US" sz="1600" dirty="0"/>
                        <a:t>에서 이 함수의 호출 횟수는 </a:t>
                      </a:r>
                      <a:r>
                        <a:rPr lang="en-US" altLang="ko-KR" sz="1600" dirty="0"/>
                        <a:t>30,000 </a:t>
                      </a:r>
                      <a:r>
                        <a:rPr lang="ko-KR" altLang="en-US" sz="1600" dirty="0"/>
                        <a:t>이하이다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latinLnBrk="1"/>
                      <a:endParaRPr lang="en-US" altLang="ko-KR" sz="1600" dirty="0"/>
                    </a:p>
                    <a:p>
                      <a:pPr latinLnBrk="1"/>
                      <a:r>
                        <a:rPr lang="en-US" altLang="ko-KR" sz="1600" dirty="0"/>
                        <a:t>vector</a:t>
                      </a:r>
                      <a:r>
                        <a:rPr lang="ko-KR" altLang="en-US" sz="1600" dirty="0"/>
                        <a:t>로 구현하면</a:t>
                      </a:r>
                      <a:r>
                        <a:rPr lang="en-US" altLang="ko-KR" sz="1600" dirty="0"/>
                        <a:t>?</a:t>
                      </a:r>
                    </a:p>
                    <a:p>
                      <a:pPr latinLnBrk="1"/>
                      <a:r>
                        <a:rPr lang="en-US" altLang="ko-KR" sz="1600" dirty="0"/>
                        <a:t>	</a:t>
                      </a:r>
                      <a:r>
                        <a:rPr lang="ko-KR" altLang="en-US" sz="1600" dirty="0"/>
                        <a:t>뒤쪽 문자를 밀어야 하기 때문에 </a:t>
                      </a:r>
                      <a:r>
                        <a:rPr lang="en-US" altLang="ko-KR" sz="1600" dirty="0"/>
                        <a:t>O(|str|)</a:t>
                      </a:r>
                    </a:p>
                    <a:p>
                      <a:pPr latinLnBrk="1"/>
                      <a:r>
                        <a:rPr lang="en-US" altLang="ko-KR" sz="1600" dirty="0"/>
                        <a:t>list</a:t>
                      </a:r>
                      <a:r>
                        <a:rPr lang="ko-KR" altLang="en-US" sz="1600" dirty="0"/>
                        <a:t>로 구현하면</a:t>
                      </a:r>
                      <a:r>
                        <a:rPr lang="en-US" altLang="ko-KR" sz="1600" dirty="0"/>
                        <a:t>?</a:t>
                      </a:r>
                    </a:p>
                    <a:p>
                      <a:pPr latinLnBrk="1"/>
                      <a:r>
                        <a:rPr lang="en-US" altLang="ko-KR" sz="1600" dirty="0"/>
                        <a:t>	</a:t>
                      </a:r>
                      <a:r>
                        <a:rPr lang="ko-KR" altLang="en-US" sz="1600" dirty="0"/>
                        <a:t>커서의 위치를 찾아야 하기 때문에 </a:t>
                      </a:r>
                      <a:r>
                        <a:rPr lang="en-US" altLang="ko-KR" sz="1600" dirty="0"/>
                        <a:t>O(|str|)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39705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1F4E2FE7-50F3-DC25-D5A5-7B0798672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972" y="4982425"/>
            <a:ext cx="6965284" cy="152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366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16CA11-C893-953B-69C9-D0868AE4C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소개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4D61461-A4FC-6BAD-E358-180E09DA92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7571307"/>
              </p:ext>
            </p:extLst>
          </p:nvPr>
        </p:nvGraphicFramePr>
        <p:xfrm>
          <a:off x="838200" y="1825625"/>
          <a:ext cx="10515600" cy="2607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0404523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81534860"/>
                    </a:ext>
                  </a:extLst>
                </a:gridCol>
              </a:tblGrid>
              <a:tr h="5960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char </a:t>
                      </a:r>
                      <a:r>
                        <a:rPr lang="en-US" altLang="ko-KR" dirty="0" err="1"/>
                        <a:t>moveCursor</a:t>
                      </a:r>
                      <a:r>
                        <a:rPr lang="en-US" altLang="ko-KR" dirty="0"/>
                        <a:t>(int row, int col)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 countCharacter(char c)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375882"/>
                  </a:ext>
                </a:extLst>
              </a:tr>
              <a:tr h="1770790"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sz="1400" dirty="0"/>
                        <a:t>커서의 위치를 </a:t>
                      </a:r>
                      <a:r>
                        <a:rPr lang="en-US" altLang="ko-KR" sz="1400" dirty="0"/>
                        <a:t>row, col</a:t>
                      </a:r>
                      <a:r>
                        <a:rPr lang="ko-KR" altLang="en-US" sz="1400" dirty="0"/>
                        <a:t> 문자의 왼쪽으로 이동시킨다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sz="1400" dirty="0"/>
                        <a:t>해당 칸이 비어 있는 경우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마지막 문자의 오른쪽으로 이동시킨다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sz="1400" dirty="0"/>
                        <a:t>커서의 다음 문자를 반환한다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커서가 문자열의 끝인 경우 </a:t>
                      </a:r>
                      <a:r>
                        <a:rPr lang="en-US" altLang="ko-KR" sz="1400" dirty="0"/>
                        <a:t>‘$’</a:t>
                      </a:r>
                      <a:r>
                        <a:rPr lang="ko-KR" altLang="en-US" sz="1400" dirty="0"/>
                        <a:t>을 반환한다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sz="1400" dirty="0"/>
                        <a:t>각 </a:t>
                      </a:r>
                      <a:r>
                        <a:rPr lang="en-US" altLang="ko-KR" sz="1400" dirty="0"/>
                        <a:t>TC</a:t>
                      </a:r>
                      <a:r>
                        <a:rPr lang="ko-KR" altLang="en-US" sz="1400" dirty="0"/>
                        <a:t>에서 이 함수의 호출 횟수는 </a:t>
                      </a:r>
                      <a:r>
                        <a:rPr lang="en-US" altLang="ko-KR" sz="1400" dirty="0"/>
                        <a:t>30,000 </a:t>
                      </a:r>
                      <a:r>
                        <a:rPr lang="ko-KR" altLang="en-US" sz="1400" dirty="0"/>
                        <a:t>이하이다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400" dirty="0"/>
                        <a:t>parameters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400" dirty="0"/>
                        <a:t>1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row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</a:t>
                      </a:r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sz="1600" dirty="0"/>
                        <a:t>커서 뒤쪽 문자열에서 </a:t>
                      </a:r>
                      <a:r>
                        <a:rPr lang="en-US" altLang="ko-KR" sz="1600" dirty="0"/>
                        <a:t>c</a:t>
                      </a:r>
                      <a:r>
                        <a:rPr lang="ko-KR" altLang="en-US" sz="1600" dirty="0"/>
                        <a:t>문자의 개수를 반환한다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sz="1600" dirty="0"/>
                        <a:t>각 </a:t>
                      </a:r>
                      <a:r>
                        <a:rPr lang="en-US" altLang="ko-KR" sz="1600" dirty="0"/>
                        <a:t>TC</a:t>
                      </a:r>
                      <a:r>
                        <a:rPr lang="ko-KR" altLang="en-US" sz="1600" dirty="0"/>
                        <a:t>에서 이 함수의 호출 횟수는 </a:t>
                      </a:r>
                      <a:r>
                        <a:rPr lang="en-US" altLang="ko-KR" sz="1600" dirty="0"/>
                        <a:t>40,000 </a:t>
                      </a:r>
                      <a:r>
                        <a:rPr lang="ko-KR" altLang="en-US" sz="1600" dirty="0"/>
                        <a:t>이하이다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206542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DE3A08F7-BBF0-861E-7B41-101CBCA58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562" y="4683744"/>
            <a:ext cx="7582557" cy="137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4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1AA6154-CB42-AC09-145B-8631B73BD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문제 접근 </a:t>
            </a:r>
            <a:r>
              <a:rPr lang="en-US" altLang="ko-KR" sz="4000" dirty="0"/>
              <a:t>- </a:t>
            </a:r>
            <a:r>
              <a:rPr lang="en-US" altLang="ko-KR" sz="4000" dirty="0" err="1"/>
              <a:t>bbst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4D72D6-73A2-24E4-E778-3FEEFDCFC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r>
              <a:rPr lang="en-US" altLang="ko-KR" sz="1400" dirty="0"/>
              <a:t>No. 3</a:t>
            </a:r>
            <a:r>
              <a:rPr lang="ko-KR" altLang="en-US" sz="1400" dirty="0"/>
              <a:t> 중위순회 문제를 기억하시나요</a:t>
            </a:r>
            <a:r>
              <a:rPr lang="en-US" altLang="ko-KR" sz="1400" dirty="0"/>
              <a:t>?</a:t>
            </a:r>
          </a:p>
          <a:p>
            <a:r>
              <a:rPr lang="ko-KR" altLang="en-US" sz="1400" dirty="0"/>
              <a:t>트리의 각 노드에 문자를 넣어</a:t>
            </a:r>
            <a:r>
              <a:rPr lang="en-US" altLang="ko-KR" sz="1400" dirty="0"/>
              <a:t>, </a:t>
            </a:r>
            <a:r>
              <a:rPr lang="ko-KR" altLang="en-US" sz="1400" dirty="0"/>
              <a:t>중위순회 결과가 원본 문자열 이도록 관리하는 자료구조</a:t>
            </a:r>
            <a:endParaRPr lang="en-US" altLang="ko-KR" sz="1400" dirty="0"/>
          </a:p>
          <a:p>
            <a:r>
              <a:rPr lang="ko-KR" altLang="en-US" sz="1400" dirty="0"/>
              <a:t>이를 데카르트 트리</a:t>
            </a:r>
            <a:r>
              <a:rPr lang="en-US" altLang="ko-KR" sz="1400" dirty="0"/>
              <a:t>(cartesian</a:t>
            </a:r>
            <a:r>
              <a:rPr lang="ko-KR" altLang="en-US" sz="1400" dirty="0"/>
              <a:t> </a:t>
            </a:r>
            <a:r>
              <a:rPr lang="en-US" altLang="ko-KR" sz="1400" dirty="0"/>
              <a:t>tree)</a:t>
            </a:r>
            <a:r>
              <a:rPr lang="ko-KR" altLang="en-US" sz="1400" dirty="0"/>
              <a:t>라고 부릅니다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이진 트리를 </a:t>
            </a:r>
            <a:r>
              <a:rPr lang="en-US" altLang="ko-KR" sz="1400" dirty="0"/>
              <a:t>balanced</a:t>
            </a:r>
            <a:r>
              <a:rPr lang="ko-KR" altLang="en-US" sz="1400" dirty="0"/>
              <a:t>하게 잘 관리해주면 </a:t>
            </a:r>
            <a:r>
              <a:rPr lang="en-US" altLang="ko-KR" sz="1400" dirty="0"/>
              <a:t>insert</a:t>
            </a:r>
            <a:r>
              <a:rPr lang="ko-KR" altLang="en-US" sz="1400" dirty="0"/>
              <a:t>를 포함한 대부분의 연산이 </a:t>
            </a:r>
            <a:r>
              <a:rPr lang="en-US" altLang="ko-KR" sz="1400" dirty="0"/>
              <a:t>O(log N)</a:t>
            </a:r>
            <a:r>
              <a:rPr lang="ko-KR" altLang="en-US" sz="1400" dirty="0"/>
              <a:t>에 가능합니다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트리를 잘 관리 해준다면</a:t>
            </a:r>
            <a:r>
              <a:rPr lang="en-US" altLang="ko-KR" sz="1400" dirty="0"/>
              <a:t>, </a:t>
            </a:r>
            <a:r>
              <a:rPr lang="ko-KR" altLang="en-US" sz="1400" dirty="0"/>
              <a:t>서브 트리의 크기와 서브 트리에서 특정 문자의 개수 또한 유지 가능합니다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 err="1"/>
              <a:t>rb</a:t>
            </a:r>
            <a:r>
              <a:rPr lang="en-US" altLang="ko-KR" sz="1400" dirty="0"/>
              <a:t> tree, </a:t>
            </a:r>
            <a:r>
              <a:rPr lang="en-US" altLang="ko-KR" sz="1400" dirty="0" err="1"/>
              <a:t>treap</a:t>
            </a:r>
            <a:r>
              <a:rPr lang="en-US" altLang="ko-KR" sz="1400" dirty="0"/>
              <a:t>, splay tree</a:t>
            </a:r>
            <a:r>
              <a:rPr lang="ko-KR" altLang="en-US" sz="1400" dirty="0"/>
              <a:t>등등 원하시는 </a:t>
            </a:r>
            <a:r>
              <a:rPr lang="en-US" altLang="ko-KR" sz="1400" dirty="0" err="1"/>
              <a:t>bbst</a:t>
            </a:r>
            <a:r>
              <a:rPr lang="ko-KR" altLang="en-US" sz="1400" dirty="0"/>
              <a:t>를 사용하시면 됩니다</a:t>
            </a:r>
            <a:r>
              <a:rPr lang="en-US" altLang="ko-KR" sz="1400" dirty="0"/>
              <a:t>.</a:t>
            </a:r>
            <a:endParaRPr lang="en-US" altLang="ko-KR" sz="1000" dirty="0"/>
          </a:p>
          <a:p>
            <a:r>
              <a:rPr lang="ko-KR" altLang="en-US" sz="1400" dirty="0"/>
              <a:t>근데 이걸 배운 적이 없잖아요</a:t>
            </a:r>
            <a:r>
              <a:rPr lang="en-US" altLang="ko-KR" sz="1400" dirty="0"/>
              <a:t>?!</a:t>
            </a:r>
          </a:p>
        </p:txBody>
      </p:sp>
      <p:pic>
        <p:nvPicPr>
          <p:cNvPr id="5" name="그림 4" descr="원, 스크린샷, 흑백이(가) 표시된 사진&#10;&#10;자동 생성된 설명">
            <a:extLst>
              <a:ext uri="{FF2B5EF4-FFF2-40B4-BE49-F238E27FC236}">
                <a16:creationId xmlns:a16="http://schemas.microsoft.com/office/drawing/2014/main" id="{B1FC40F6-EEE6-C509-FACF-1114E3E0D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610" y="1429547"/>
            <a:ext cx="4737650" cy="402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828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0E06A2-3501-BA5F-AD9E-5370CD6EC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문제 접근 </a:t>
            </a:r>
            <a:r>
              <a:rPr lang="en-US" altLang="ko-KR" sz="4000" dirty="0"/>
              <a:t>sqrt </a:t>
            </a:r>
            <a:r>
              <a:rPr lang="en-US" altLang="ko-KR" sz="4000" dirty="0" err="1"/>
              <a:t>decompsition</a:t>
            </a:r>
            <a:endParaRPr lang="ko-KR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2D8CD10-A4A5-63E9-34D1-62D59AFE09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000" dirty="0"/>
                  <a:t>메모장이 </a:t>
                </a:r>
                <a:r>
                  <a:rPr lang="en-US" altLang="ko-KR" sz="2000" dirty="0"/>
                  <a:t>2</a:t>
                </a:r>
                <a:r>
                  <a:rPr lang="ko-KR" altLang="en-US" sz="2000" dirty="0"/>
                  <a:t>차원일 필요가 있을까</a:t>
                </a:r>
                <a:r>
                  <a:rPr lang="en-US" altLang="ko-KR" sz="2000" dirty="0"/>
                  <a:t>??</a:t>
                </a:r>
              </a:p>
              <a:p>
                <a:pPr lvl="1"/>
                <a:r>
                  <a:rPr lang="en-US" altLang="ko-KR" sz="1600" strike="sngStrike" dirty="0"/>
                  <a:t>case1)</a:t>
                </a:r>
                <a:r>
                  <a:rPr lang="ko-KR" altLang="en-US" sz="1600" strike="sngStrike" dirty="0"/>
                  <a:t> 문제를 풀기 까다롭게 만들기 위한 출제자의 계략</a:t>
                </a:r>
                <a:endParaRPr lang="en-US" altLang="ko-KR" sz="1600" strike="sngStrike" dirty="0"/>
              </a:p>
              <a:p>
                <a:pPr lvl="1"/>
                <a:r>
                  <a:rPr lang="en-US" altLang="ko-KR" sz="1600" b="1" dirty="0"/>
                  <a:t>case2) </a:t>
                </a:r>
                <a:r>
                  <a:rPr lang="ko-KR" altLang="en-US" sz="1600" b="1" dirty="0"/>
                  <a:t>의도한 풀이가 너무 창의적이어서 힌트를 줄 필요가 있다고 생각한 출제자</a:t>
                </a:r>
                <a:r>
                  <a:rPr lang="ko-KR" altLang="en-US" sz="1800" b="1" dirty="0"/>
                  <a:t> </a:t>
                </a:r>
                <a:endParaRPr lang="en-US" altLang="ko-KR" sz="2000" dirty="0"/>
              </a:p>
              <a:p>
                <a:r>
                  <a:rPr lang="ko-KR" altLang="en-US" sz="2000" dirty="0"/>
                  <a:t>각 줄마다 문자열을 따로 관리합니다</a:t>
                </a:r>
                <a:r>
                  <a:rPr lang="en-US" altLang="ko-KR" sz="2000" dirty="0"/>
                  <a:t>. (</a:t>
                </a:r>
                <a:r>
                  <a:rPr lang="ko-KR" altLang="en-US" sz="2000" dirty="0"/>
                  <a:t>문자열을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=300 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단</m:t>
                    </m:r>
                  </m:oMath>
                </a14:m>
                <a:r>
                  <a:rPr lang="ko-KR" altLang="en-US" sz="2000" dirty="0"/>
                  <a:t>위로 관리합니다</a:t>
                </a:r>
                <a:r>
                  <a:rPr lang="en-US" altLang="ko-KR" sz="2000" dirty="0"/>
                  <a:t>.)</a:t>
                </a:r>
              </a:p>
              <a:p>
                <a:pPr lvl="1"/>
                <a:r>
                  <a:rPr lang="en-US" altLang="ko-KR" sz="1600" dirty="0"/>
                  <a:t>1. </a:t>
                </a:r>
                <a:r>
                  <a:rPr lang="ko-KR" altLang="en-US" sz="1600" dirty="0"/>
                  <a:t>각 줄마다 원본 문자열</a:t>
                </a:r>
                <a:endParaRPr lang="en-US" altLang="ko-KR" sz="1600" dirty="0"/>
              </a:p>
              <a:p>
                <a:pPr lvl="1"/>
                <a:r>
                  <a:rPr lang="en-US" altLang="ko-KR" sz="1600" dirty="0"/>
                  <a:t>2. </a:t>
                </a:r>
                <a:r>
                  <a:rPr lang="ko-KR" altLang="en-US" sz="1600" dirty="0"/>
                  <a:t>각 줄에 포함되는 특정 문자의 개수 </a:t>
                </a:r>
                <a:r>
                  <a:rPr lang="en-US" altLang="ko-KR" sz="1600" dirty="0">
                    <a:sym typeface="Wingdings" panose="05000000000000000000" pitchFamily="2" charset="2"/>
                  </a:rPr>
                  <a:t> countCharacter</a:t>
                </a:r>
                <a:r>
                  <a:rPr lang="ko-KR" altLang="en-US" sz="1600" dirty="0">
                    <a:sym typeface="Wingdings" panose="05000000000000000000" pitchFamily="2" charset="2"/>
                  </a:rPr>
                  <a:t>함수에 필요</a:t>
                </a:r>
                <a:endParaRPr lang="en-US" altLang="ko-KR" sz="1600" dirty="0"/>
              </a:p>
              <a:p>
                <a:endParaRPr lang="en-US" altLang="ko-KR" sz="20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2D8CD10-A4A5-63E9-34D1-62D59AFE09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1879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A729-40AE-D183-6554-D3A17564E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ko-KR" altLang="en-US" sz="3400"/>
              <a:t>문제 접근 </a:t>
            </a:r>
            <a:r>
              <a:rPr lang="en-US" altLang="ko-KR" sz="3400"/>
              <a:t>– sqrt decomposition</a:t>
            </a:r>
            <a:endParaRPr lang="ko-KR" altLang="en-US" sz="3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EB12E1-BA2E-DC8F-FC56-8E537EBE1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ko-KR" altLang="en-US" sz="1600" dirty="0"/>
              <a:t>특정 위치에 </a:t>
            </a:r>
            <a:r>
              <a:rPr lang="en-US" altLang="ko-KR" sz="1600" dirty="0"/>
              <a:t>insert</a:t>
            </a:r>
            <a:r>
              <a:rPr lang="ko-KR" altLang="en-US" sz="1600" dirty="0"/>
              <a:t>가 발생하면 어떻게 될까</a:t>
            </a:r>
            <a:r>
              <a:rPr lang="en-US" altLang="ko-KR" sz="1600" dirty="0"/>
              <a:t>?</a:t>
            </a:r>
          </a:p>
          <a:p>
            <a:r>
              <a:rPr lang="ko-KR" altLang="en-US" sz="1600" dirty="0"/>
              <a:t>그 줄의 마지막 원소가 다음줄로 넘어감</a:t>
            </a:r>
            <a:endParaRPr lang="en-US" altLang="ko-KR" sz="1600" dirty="0"/>
          </a:p>
          <a:p>
            <a:pPr lvl="1"/>
            <a:r>
              <a:rPr lang="ko-KR" altLang="en-US" sz="1200" dirty="0"/>
              <a:t>해당 줄에 칸이 남을 때 까지 반복</a:t>
            </a:r>
            <a:endParaRPr lang="en-US" altLang="ko-KR" sz="1200" dirty="0"/>
          </a:p>
          <a:p>
            <a:r>
              <a:rPr lang="en-US" altLang="ko-KR" sz="1600" dirty="0"/>
              <a:t>deque</a:t>
            </a:r>
            <a:r>
              <a:rPr lang="ko-KR" altLang="en-US" sz="1600" dirty="0"/>
              <a:t>를 통해 각 줄 관리 가능</a:t>
            </a:r>
            <a:r>
              <a:rPr lang="en-US" altLang="ko-KR" sz="1600" dirty="0"/>
              <a:t>!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4396E9-D7CF-3CE3-F58B-92927ED53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306107"/>
            <a:ext cx="6903720" cy="424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6A3A8A-AA6D-2AF2-DB70-2DA2B44C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741391"/>
            <a:ext cx="4234393" cy="1616203"/>
          </a:xfrm>
        </p:spPr>
        <p:txBody>
          <a:bodyPr anchor="b">
            <a:normAutofit/>
          </a:bodyPr>
          <a:lstStyle/>
          <a:p>
            <a:r>
              <a:rPr lang="ko-KR" altLang="en-US" sz="3200"/>
              <a:t>문제 구현 </a:t>
            </a:r>
            <a:r>
              <a:rPr lang="en-US" altLang="ko-KR" sz="3200"/>
              <a:t>- insert</a:t>
            </a:r>
            <a:endParaRPr lang="ko-KR" altLang="en-US" sz="3200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EDE35C72-E484-8A84-83D1-6073B744E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234394" cy="3447832"/>
          </a:xfrm>
        </p:spPr>
        <p:txBody>
          <a:bodyPr anchor="t">
            <a:normAutofit/>
          </a:bodyPr>
          <a:lstStyle/>
          <a:p>
            <a:r>
              <a:rPr lang="ko-KR" altLang="en-US" sz="1600" dirty="0"/>
              <a:t>커서의 위치에 문자를 삽입 해줍니다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새로운 커서 위치를 계산해줍니다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이 후 해당 줄의 길이가 </a:t>
            </a:r>
            <a:r>
              <a:rPr lang="en-US" altLang="ko-KR" sz="1600" dirty="0"/>
              <a:t>W</a:t>
            </a:r>
            <a:r>
              <a:rPr lang="ko-KR" altLang="en-US" sz="1600" dirty="0"/>
              <a:t>보다 크다면 다음줄로 넘깁니다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200" dirty="0"/>
              <a:t>줄 끝의 문자를 제거하고</a:t>
            </a:r>
            <a:endParaRPr lang="en-US" altLang="ko-KR" sz="1200" dirty="0"/>
          </a:p>
          <a:p>
            <a:pPr lvl="1"/>
            <a:r>
              <a:rPr lang="ko-KR" altLang="en-US" sz="1200" dirty="0"/>
              <a:t>다음줄에 추가해 줍니다</a:t>
            </a:r>
            <a:r>
              <a:rPr lang="en-US" altLang="ko-KR" sz="1200" dirty="0"/>
              <a:t>.</a:t>
            </a:r>
            <a:endParaRPr lang="en-US" sz="1200" dirty="0"/>
          </a:p>
        </p:txBody>
      </p:sp>
      <p:pic>
        <p:nvPicPr>
          <p:cNvPr id="5" name="내용 개체 틀 4" descr="텍스트, 디스플레이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0944B8D5-1BF4-C903-DB2A-42A4768508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" b="-1"/>
          <a:stretch/>
        </p:blipFill>
        <p:spPr>
          <a:xfrm>
            <a:off x="5854890" y="877414"/>
            <a:ext cx="5453545" cy="4984683"/>
          </a:xfrm>
          <a:prstGeom prst="rect">
            <a:avLst/>
          </a:prstGeom>
        </p:spPr>
      </p:pic>
      <p:grpSp>
        <p:nvGrpSpPr>
          <p:cNvPr id="19" name="Group 11">
            <a:extLst>
              <a:ext uri="{FF2B5EF4-FFF2-40B4-BE49-F238E27FC236}">
                <a16:creationId xmlns:a16="http://schemas.microsoft.com/office/drawing/2014/main" id="{434FA563-76F6-CDCF-AEA0-A7B78E446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D2E3CAA-F1BA-6695-301D-22564C382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3">
              <a:extLst>
                <a:ext uri="{FF2B5EF4-FFF2-40B4-BE49-F238E27FC236}">
                  <a16:creationId xmlns:a16="http://schemas.microsoft.com/office/drawing/2014/main" id="{2F3F0F2C-04A5-144D-BDCF-C38707289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E9DC89E-866C-5FD6-3250-D75594C789B7}"/>
              </a:ext>
            </a:extLst>
          </p:cNvPr>
          <p:cNvCxnSpPr>
            <a:cxnSpLocks/>
          </p:cNvCxnSpPr>
          <p:nvPr/>
        </p:nvCxnSpPr>
        <p:spPr>
          <a:xfrm flipV="1">
            <a:off x="4605556" y="1853967"/>
            <a:ext cx="2139193" cy="805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7676542-46BB-60F5-5400-3A1ADC2220C9}"/>
              </a:ext>
            </a:extLst>
          </p:cNvPr>
          <p:cNvCxnSpPr/>
          <p:nvPr/>
        </p:nvCxnSpPr>
        <p:spPr>
          <a:xfrm flipV="1">
            <a:off x="4379053" y="2424418"/>
            <a:ext cx="2365696" cy="595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93EB656-06E0-5800-8B46-8595542E7E4E}"/>
              </a:ext>
            </a:extLst>
          </p:cNvPr>
          <p:cNvCxnSpPr/>
          <p:nvPr/>
        </p:nvCxnSpPr>
        <p:spPr>
          <a:xfrm>
            <a:off x="4991450" y="3429000"/>
            <a:ext cx="1753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3127F783-AFEF-63B9-EC82-4C2850137A12}"/>
              </a:ext>
            </a:extLst>
          </p:cNvPr>
          <p:cNvCxnSpPr/>
          <p:nvPr/>
        </p:nvCxnSpPr>
        <p:spPr>
          <a:xfrm>
            <a:off x="3338818" y="3842158"/>
            <a:ext cx="3749879" cy="151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E49F9FD-0349-76DB-2CE9-84D38FB4C66C}"/>
              </a:ext>
            </a:extLst>
          </p:cNvPr>
          <p:cNvCxnSpPr/>
          <p:nvPr/>
        </p:nvCxnSpPr>
        <p:spPr>
          <a:xfrm>
            <a:off x="3338818" y="4051883"/>
            <a:ext cx="3749879" cy="494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795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A18E0-B844-90F3-8161-909E8378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ko-KR" altLang="en-US" sz="2800" dirty="0"/>
              <a:t>문제 구현 </a:t>
            </a:r>
            <a:r>
              <a:rPr lang="en-US" altLang="ko-KR" sz="2800" dirty="0"/>
              <a:t>- countCharacter</a:t>
            </a:r>
            <a:endParaRPr lang="ko-KR" altLang="en-US" sz="28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9B30579-6994-6976-4301-3BEC2124C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anchor="t">
            <a:normAutofit/>
          </a:bodyPr>
          <a:lstStyle/>
          <a:p>
            <a:r>
              <a:rPr lang="ko-KR" altLang="en-US" sz="1600" dirty="0"/>
              <a:t>만약 줄의 일부에서만 </a:t>
            </a:r>
            <a:r>
              <a:rPr lang="ko-KR" altLang="en-US" sz="1600" dirty="0" err="1"/>
              <a:t>카운팅</a:t>
            </a:r>
            <a:r>
              <a:rPr lang="ko-KR" altLang="en-US" sz="1600" dirty="0"/>
              <a:t> 한다면 </a:t>
            </a:r>
            <a:r>
              <a:rPr lang="en-US" altLang="ko-KR" sz="1600" dirty="0"/>
              <a:t>naïve </a:t>
            </a:r>
            <a:r>
              <a:rPr lang="ko-KR" altLang="en-US" sz="1600" dirty="0"/>
              <a:t>하게 세야 합니다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만약 한 줄에서 통째로 </a:t>
            </a:r>
            <a:r>
              <a:rPr lang="ko-KR" altLang="en-US" sz="1600" dirty="0" err="1"/>
              <a:t>카운팅</a:t>
            </a:r>
            <a:r>
              <a:rPr lang="ko-KR" altLang="en-US" sz="1600" dirty="0"/>
              <a:t> 해야 한다면</a:t>
            </a:r>
            <a:r>
              <a:rPr lang="en-US" altLang="ko-KR" sz="1600" dirty="0"/>
              <a:t>, </a:t>
            </a:r>
            <a:r>
              <a:rPr lang="ko-KR" altLang="en-US" sz="1600" dirty="0"/>
              <a:t>미리 계산해둔 값을 사용 합니다</a:t>
            </a:r>
            <a:r>
              <a:rPr lang="en-US" altLang="ko-KR" sz="1600" dirty="0"/>
              <a:t>.</a:t>
            </a:r>
          </a:p>
          <a:p>
            <a:endParaRPr lang="en-US" sz="1600" dirty="0"/>
          </a:p>
        </p:txBody>
      </p:sp>
      <p:pic>
        <p:nvPicPr>
          <p:cNvPr id="5" name="내용 개체 틀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C8004F77-636B-538E-2642-52330D16E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636169"/>
            <a:ext cx="5319062" cy="351058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6DA7A0B-F3B4-A8DB-5B8F-5280F4B9BEDF}"/>
              </a:ext>
            </a:extLst>
          </p:cNvPr>
          <p:cNvCxnSpPr/>
          <p:nvPr/>
        </p:nvCxnSpPr>
        <p:spPr>
          <a:xfrm>
            <a:off x="5402510" y="2709644"/>
            <a:ext cx="1879134" cy="369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47A7179-76AA-BFA0-2BC9-B8A6B751B667}"/>
              </a:ext>
            </a:extLst>
          </p:cNvPr>
          <p:cNvCxnSpPr/>
          <p:nvPr/>
        </p:nvCxnSpPr>
        <p:spPr>
          <a:xfrm>
            <a:off x="5209563" y="3263317"/>
            <a:ext cx="1753299" cy="679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343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AAEE6-6C1F-2960-B65C-517BA90A0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Q&amp;A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365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588</Words>
  <Application>Microsoft Office PowerPoint</Application>
  <PresentationFormat>와이드스크린</PresentationFormat>
  <Paragraphs>82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Cambria Math</vt:lpstr>
      <vt:lpstr>Wingdings</vt:lpstr>
      <vt:lpstr>Office 테마</vt:lpstr>
      <vt:lpstr>메모장 프로그램</vt:lpstr>
      <vt:lpstr>문제 소개</vt:lpstr>
      <vt:lpstr>문제 소개</vt:lpstr>
      <vt:lpstr>문제 소개 – init, insert</vt:lpstr>
      <vt:lpstr>문제 소개</vt:lpstr>
      <vt:lpstr>문제 접근 - bbst</vt:lpstr>
      <vt:lpstr>문제 접근 sqrt decompsition</vt:lpstr>
      <vt:lpstr>문제 접근 – sqrt decomposition</vt:lpstr>
      <vt:lpstr>문제 구현 - insert</vt:lpstr>
      <vt:lpstr>문제 구현 - countCharacter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메모장 프로그램</dc:title>
  <dc:creator>이승재</dc:creator>
  <cp:lastModifiedBy>이승재</cp:lastModifiedBy>
  <cp:revision>1</cp:revision>
  <dcterms:created xsi:type="dcterms:W3CDTF">2024-01-25T07:32:12Z</dcterms:created>
  <dcterms:modified xsi:type="dcterms:W3CDTF">2024-01-25T09:05:20Z</dcterms:modified>
</cp:coreProperties>
</file>