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9AFF4D-5F00-4AE5-8B9B-22490A3824C2}" v="7" dt="2024-01-26T08:16:53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86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승재" userId="1d7995c1-5f7c-4e08-b977-e3b2be4af101" providerId="ADAL" clId="{1E9AFF4D-5F00-4AE5-8B9B-22490A3824C2}"/>
    <pc:docChg chg="undo custSel addSld modSld">
      <pc:chgData name="이승재" userId="1d7995c1-5f7c-4e08-b977-e3b2be4af101" providerId="ADAL" clId="{1E9AFF4D-5F00-4AE5-8B9B-22490A3824C2}" dt="2024-01-26T08:19:25.036" v="6402" actId="20577"/>
      <pc:docMkLst>
        <pc:docMk/>
      </pc:docMkLst>
      <pc:sldChg chg="addSp modSp new mod">
        <pc:chgData name="이승재" userId="1d7995c1-5f7c-4e08-b977-e3b2be4af101" providerId="ADAL" clId="{1E9AFF4D-5F00-4AE5-8B9B-22490A3824C2}" dt="2024-01-26T07:24:01.729" v="65" actId="1076"/>
        <pc:sldMkLst>
          <pc:docMk/>
          <pc:sldMk cId="3034467576" sldId="256"/>
        </pc:sldMkLst>
        <pc:spChg chg="mod">
          <ac:chgData name="이승재" userId="1d7995c1-5f7c-4e08-b977-e3b2be4af101" providerId="ADAL" clId="{1E9AFF4D-5F00-4AE5-8B9B-22490A3824C2}" dt="2024-01-26T07:22:49.532" v="21" actId="20577"/>
          <ac:spMkLst>
            <pc:docMk/>
            <pc:sldMk cId="3034467576" sldId="256"/>
            <ac:spMk id="2" creationId="{53D8CC73-5573-8070-2934-DFB27CC74A09}"/>
          </ac:spMkLst>
        </pc:spChg>
        <pc:spChg chg="mod">
          <ac:chgData name="이승재" userId="1d7995c1-5f7c-4e08-b977-e3b2be4af101" providerId="ADAL" clId="{1E9AFF4D-5F00-4AE5-8B9B-22490A3824C2}" dt="2024-01-26T07:22:58.023" v="31" actId="20577"/>
          <ac:spMkLst>
            <pc:docMk/>
            <pc:sldMk cId="3034467576" sldId="256"/>
            <ac:spMk id="3" creationId="{EE6C4B29-2DAE-0710-6243-004CF8495ECC}"/>
          </ac:spMkLst>
        </pc:spChg>
        <pc:spChg chg="add mod">
          <ac:chgData name="이승재" userId="1d7995c1-5f7c-4e08-b977-e3b2be4af101" providerId="ADAL" clId="{1E9AFF4D-5F00-4AE5-8B9B-22490A3824C2}" dt="2024-01-26T07:24:01.729" v="65" actId="1076"/>
          <ac:spMkLst>
            <pc:docMk/>
            <pc:sldMk cId="3034467576" sldId="256"/>
            <ac:spMk id="4" creationId="{D9762CAF-EBA8-0F8B-46D5-1B30165A73E6}"/>
          </ac:spMkLst>
        </pc:spChg>
      </pc:sldChg>
      <pc:sldChg chg="addSp delSp modSp new mod setBg">
        <pc:chgData name="이승재" userId="1d7995c1-5f7c-4e08-b977-e3b2be4af101" providerId="ADAL" clId="{1E9AFF4D-5F00-4AE5-8B9B-22490A3824C2}" dt="2024-01-26T07:30:52.918" v="647" actId="20577"/>
        <pc:sldMkLst>
          <pc:docMk/>
          <pc:sldMk cId="1491438765" sldId="257"/>
        </pc:sldMkLst>
        <pc:spChg chg="mod">
          <ac:chgData name="이승재" userId="1d7995c1-5f7c-4e08-b977-e3b2be4af101" providerId="ADAL" clId="{1E9AFF4D-5F00-4AE5-8B9B-22490A3824C2}" dt="2024-01-26T07:28:31.931" v="94" actId="26606"/>
          <ac:spMkLst>
            <pc:docMk/>
            <pc:sldMk cId="1491438765" sldId="257"/>
            <ac:spMk id="2" creationId="{99DDFC12-2207-9B06-00EE-E2BE5D4F2FD9}"/>
          </ac:spMkLst>
        </pc:spChg>
        <pc:spChg chg="del mod">
          <ac:chgData name="이승재" userId="1d7995c1-5f7c-4e08-b977-e3b2be4af101" providerId="ADAL" clId="{1E9AFF4D-5F00-4AE5-8B9B-22490A3824C2}" dt="2024-01-26T07:27:53.253" v="85" actId="22"/>
          <ac:spMkLst>
            <pc:docMk/>
            <pc:sldMk cId="1491438765" sldId="257"/>
            <ac:spMk id="3" creationId="{33197C0B-8FE7-2A3E-8339-A614C2BB10BE}"/>
          </ac:spMkLst>
        </pc:spChg>
        <pc:spChg chg="add del">
          <ac:chgData name="이승재" userId="1d7995c1-5f7c-4e08-b977-e3b2be4af101" providerId="ADAL" clId="{1E9AFF4D-5F00-4AE5-8B9B-22490A3824C2}" dt="2024-01-26T07:27:59.824" v="87" actId="26606"/>
          <ac:spMkLst>
            <pc:docMk/>
            <pc:sldMk cId="1491438765" sldId="257"/>
            <ac:spMk id="9" creationId="{FE81E907-64CF-360E-85F7-8E05D284414A}"/>
          </ac:spMkLst>
        </pc:spChg>
        <pc:spChg chg="add del">
          <ac:chgData name="이승재" userId="1d7995c1-5f7c-4e08-b977-e3b2be4af101" providerId="ADAL" clId="{1E9AFF4D-5F00-4AE5-8B9B-22490A3824C2}" dt="2024-01-26T07:27:59.824" v="87" actId="26606"/>
          <ac:spMkLst>
            <pc:docMk/>
            <pc:sldMk cId="1491438765" sldId="257"/>
            <ac:spMk id="12" creationId="{2B97F24A-32CE-4C1C-A50D-3016B394DCFB}"/>
          </ac:spMkLst>
        </pc:spChg>
        <pc:spChg chg="add del">
          <ac:chgData name="이승재" userId="1d7995c1-5f7c-4e08-b977-e3b2be4af101" providerId="ADAL" clId="{1E9AFF4D-5F00-4AE5-8B9B-22490A3824C2}" dt="2024-01-26T07:27:59.824" v="87" actId="26606"/>
          <ac:spMkLst>
            <pc:docMk/>
            <pc:sldMk cId="1491438765" sldId="257"/>
            <ac:spMk id="14" creationId="{CD8B4F24-440B-49E9-B85D-733523DC064B}"/>
          </ac:spMkLst>
        </pc:spChg>
        <pc:spChg chg="add del">
          <ac:chgData name="이승재" userId="1d7995c1-5f7c-4e08-b977-e3b2be4af101" providerId="ADAL" clId="{1E9AFF4D-5F00-4AE5-8B9B-22490A3824C2}" dt="2024-01-26T07:28:04.775" v="89" actId="26606"/>
          <ac:spMkLst>
            <pc:docMk/>
            <pc:sldMk cId="1491438765" sldId="257"/>
            <ac:spMk id="16" creationId="{2C61293E-6EBE-43EF-A52C-9BEBFD7679D4}"/>
          </ac:spMkLst>
        </pc:spChg>
        <pc:spChg chg="add del">
          <ac:chgData name="이승재" userId="1d7995c1-5f7c-4e08-b977-e3b2be4af101" providerId="ADAL" clId="{1E9AFF4D-5F00-4AE5-8B9B-22490A3824C2}" dt="2024-01-26T07:28:04.775" v="89" actId="26606"/>
          <ac:spMkLst>
            <pc:docMk/>
            <pc:sldMk cId="1491438765" sldId="257"/>
            <ac:spMk id="17" creationId="{21540236-BFD5-4A9D-8840-4703E7F76825}"/>
          </ac:spMkLst>
        </pc:spChg>
        <pc:spChg chg="add del">
          <ac:chgData name="이승재" userId="1d7995c1-5f7c-4e08-b977-e3b2be4af101" providerId="ADAL" clId="{1E9AFF4D-5F00-4AE5-8B9B-22490A3824C2}" dt="2024-01-26T07:28:04.775" v="89" actId="26606"/>
          <ac:spMkLst>
            <pc:docMk/>
            <pc:sldMk cId="1491438765" sldId="257"/>
            <ac:spMk id="18" creationId="{6ABE139B-CA54-4CED-3B68-9AC1375ED3D4}"/>
          </ac:spMkLst>
        </pc:spChg>
        <pc:spChg chg="add del">
          <ac:chgData name="이승재" userId="1d7995c1-5f7c-4e08-b977-e3b2be4af101" providerId="ADAL" clId="{1E9AFF4D-5F00-4AE5-8B9B-22490A3824C2}" dt="2024-01-26T07:28:06.613" v="91" actId="26606"/>
          <ac:spMkLst>
            <pc:docMk/>
            <pc:sldMk cId="1491438765" sldId="257"/>
            <ac:spMk id="20" creationId="{2B97F24A-32CE-4C1C-A50D-3016B394DCFB}"/>
          </ac:spMkLst>
        </pc:spChg>
        <pc:spChg chg="add del">
          <ac:chgData name="이승재" userId="1d7995c1-5f7c-4e08-b977-e3b2be4af101" providerId="ADAL" clId="{1E9AFF4D-5F00-4AE5-8B9B-22490A3824C2}" dt="2024-01-26T07:28:06.613" v="91" actId="26606"/>
          <ac:spMkLst>
            <pc:docMk/>
            <pc:sldMk cId="1491438765" sldId="257"/>
            <ac:spMk id="21" creationId="{6357EC4F-235E-4222-A36F-C7878ACE37F2}"/>
          </ac:spMkLst>
        </pc:spChg>
        <pc:spChg chg="add del">
          <ac:chgData name="이승재" userId="1d7995c1-5f7c-4e08-b977-e3b2be4af101" providerId="ADAL" clId="{1E9AFF4D-5F00-4AE5-8B9B-22490A3824C2}" dt="2024-01-26T07:28:06.613" v="91" actId="26606"/>
          <ac:spMkLst>
            <pc:docMk/>
            <pc:sldMk cId="1491438765" sldId="257"/>
            <ac:spMk id="22" creationId="{701CDAFF-9E4C-28D2-9E03-1F54D677330D}"/>
          </ac:spMkLst>
        </pc:spChg>
        <pc:spChg chg="add del">
          <ac:chgData name="이승재" userId="1d7995c1-5f7c-4e08-b977-e3b2be4af101" providerId="ADAL" clId="{1E9AFF4D-5F00-4AE5-8B9B-22490A3824C2}" dt="2024-01-26T07:28:31.931" v="94" actId="26606"/>
          <ac:spMkLst>
            <pc:docMk/>
            <pc:sldMk cId="1491438765" sldId="257"/>
            <ac:spMk id="24" creationId="{743AA782-23D1-4521-8CAD-47662984AA08}"/>
          </ac:spMkLst>
        </pc:spChg>
        <pc:spChg chg="add del">
          <ac:chgData name="이승재" userId="1d7995c1-5f7c-4e08-b977-e3b2be4af101" providerId="ADAL" clId="{1E9AFF4D-5F00-4AE5-8B9B-22490A3824C2}" dt="2024-01-26T07:28:31.931" v="94" actId="26606"/>
          <ac:spMkLst>
            <pc:docMk/>
            <pc:sldMk cId="1491438765" sldId="257"/>
            <ac:spMk id="25" creationId="{71877DBC-BB60-40F0-AC93-2ACDBAAE60CE}"/>
          </ac:spMkLst>
        </pc:spChg>
        <pc:spChg chg="add del">
          <ac:chgData name="이승재" userId="1d7995c1-5f7c-4e08-b977-e3b2be4af101" providerId="ADAL" clId="{1E9AFF4D-5F00-4AE5-8B9B-22490A3824C2}" dt="2024-01-26T07:28:28.711" v="93" actId="22"/>
          <ac:spMkLst>
            <pc:docMk/>
            <pc:sldMk cId="1491438765" sldId="257"/>
            <ac:spMk id="26" creationId="{7C2DDA02-7C51-10AE-4CE5-44850AC3400C}"/>
          </ac:spMkLst>
        </pc:spChg>
        <pc:spChg chg="add mod">
          <ac:chgData name="이승재" userId="1d7995c1-5f7c-4e08-b977-e3b2be4af101" providerId="ADAL" clId="{1E9AFF4D-5F00-4AE5-8B9B-22490A3824C2}" dt="2024-01-26T07:30:52.918" v="647" actId="20577"/>
          <ac:spMkLst>
            <pc:docMk/>
            <pc:sldMk cId="1491438765" sldId="257"/>
            <ac:spMk id="29" creationId="{D8CC59AD-BD83-2494-FDCC-DCDDFA6DFBBF}"/>
          </ac:spMkLst>
        </pc:spChg>
        <pc:spChg chg="add">
          <ac:chgData name="이승재" userId="1d7995c1-5f7c-4e08-b977-e3b2be4af101" providerId="ADAL" clId="{1E9AFF4D-5F00-4AE5-8B9B-22490A3824C2}" dt="2024-01-26T07:28:31.931" v="94" actId="26606"/>
          <ac:spMkLst>
            <pc:docMk/>
            <pc:sldMk cId="1491438765" sldId="257"/>
            <ac:spMk id="32" creationId="{352BEC0E-22F8-46D0-9632-375DB541B06C}"/>
          </ac:spMkLst>
        </pc:spChg>
        <pc:spChg chg="add">
          <ac:chgData name="이승재" userId="1d7995c1-5f7c-4e08-b977-e3b2be4af101" providerId="ADAL" clId="{1E9AFF4D-5F00-4AE5-8B9B-22490A3824C2}" dt="2024-01-26T07:28:31.931" v="94" actId="26606"/>
          <ac:spMkLst>
            <pc:docMk/>
            <pc:sldMk cId="1491438765" sldId="257"/>
            <ac:spMk id="34" creationId="{3FCFB1DE-0B7E-48CC-BA90-B2AB0889F9D6}"/>
          </ac:spMkLst>
        </pc:spChg>
        <pc:picChg chg="add mod ord">
          <ac:chgData name="이승재" userId="1d7995c1-5f7c-4e08-b977-e3b2be4af101" providerId="ADAL" clId="{1E9AFF4D-5F00-4AE5-8B9B-22490A3824C2}" dt="2024-01-26T07:28:31.931" v="94" actId="26606"/>
          <ac:picMkLst>
            <pc:docMk/>
            <pc:sldMk cId="1491438765" sldId="257"/>
            <ac:picMk id="5" creationId="{7F273EB6-2D55-E3E8-588D-442E1728D135}"/>
          </ac:picMkLst>
        </pc:picChg>
        <pc:picChg chg="add mod ord">
          <ac:chgData name="이승재" userId="1d7995c1-5f7c-4e08-b977-e3b2be4af101" providerId="ADAL" clId="{1E9AFF4D-5F00-4AE5-8B9B-22490A3824C2}" dt="2024-01-26T07:28:31.931" v="94" actId="26606"/>
          <ac:picMkLst>
            <pc:docMk/>
            <pc:sldMk cId="1491438765" sldId="257"/>
            <ac:picMk id="7" creationId="{A052F526-5766-8559-CE30-619B45C2A884}"/>
          </ac:picMkLst>
        </pc:picChg>
      </pc:sldChg>
      <pc:sldChg chg="modSp new mod">
        <pc:chgData name="이승재" userId="1d7995c1-5f7c-4e08-b977-e3b2be4af101" providerId="ADAL" clId="{1E9AFF4D-5F00-4AE5-8B9B-22490A3824C2}" dt="2024-01-26T07:44:22.078" v="1964" actId="14"/>
        <pc:sldMkLst>
          <pc:docMk/>
          <pc:sldMk cId="2415144526" sldId="258"/>
        </pc:sldMkLst>
        <pc:spChg chg="mod">
          <ac:chgData name="이승재" userId="1d7995c1-5f7c-4e08-b977-e3b2be4af101" providerId="ADAL" clId="{1E9AFF4D-5F00-4AE5-8B9B-22490A3824C2}" dt="2024-01-26T07:35:32.132" v="1041" actId="20577"/>
          <ac:spMkLst>
            <pc:docMk/>
            <pc:sldMk cId="2415144526" sldId="258"/>
            <ac:spMk id="2" creationId="{5AAEEF54-2B2C-97D5-0E99-47221BF34502}"/>
          </ac:spMkLst>
        </pc:spChg>
        <pc:spChg chg="mod">
          <ac:chgData name="이승재" userId="1d7995c1-5f7c-4e08-b977-e3b2be4af101" providerId="ADAL" clId="{1E9AFF4D-5F00-4AE5-8B9B-22490A3824C2}" dt="2024-01-26T07:44:22.078" v="1964" actId="14"/>
          <ac:spMkLst>
            <pc:docMk/>
            <pc:sldMk cId="2415144526" sldId="258"/>
            <ac:spMk id="3" creationId="{532F33A2-D7C1-C0B1-D851-053C99EECC17}"/>
          </ac:spMkLst>
        </pc:spChg>
      </pc:sldChg>
      <pc:sldChg chg="modSp new mod">
        <pc:chgData name="이승재" userId="1d7995c1-5f7c-4e08-b977-e3b2be4af101" providerId="ADAL" clId="{1E9AFF4D-5F00-4AE5-8B9B-22490A3824C2}" dt="2024-01-26T07:39:11.107" v="1557" actId="404"/>
        <pc:sldMkLst>
          <pc:docMk/>
          <pc:sldMk cId="3192970490" sldId="259"/>
        </pc:sldMkLst>
        <pc:spChg chg="mod">
          <ac:chgData name="이승재" userId="1d7995c1-5f7c-4e08-b977-e3b2be4af101" providerId="ADAL" clId="{1E9AFF4D-5F00-4AE5-8B9B-22490A3824C2}" dt="2024-01-26T07:35:57.602" v="1073" actId="20577"/>
          <ac:spMkLst>
            <pc:docMk/>
            <pc:sldMk cId="3192970490" sldId="259"/>
            <ac:spMk id="2" creationId="{65FD90A8-9920-27D7-981A-81E684AC24D6}"/>
          </ac:spMkLst>
        </pc:spChg>
        <pc:spChg chg="mod">
          <ac:chgData name="이승재" userId="1d7995c1-5f7c-4e08-b977-e3b2be4af101" providerId="ADAL" clId="{1E9AFF4D-5F00-4AE5-8B9B-22490A3824C2}" dt="2024-01-26T07:39:11.107" v="1557" actId="404"/>
          <ac:spMkLst>
            <pc:docMk/>
            <pc:sldMk cId="3192970490" sldId="259"/>
            <ac:spMk id="3" creationId="{C1252BB0-AEDA-83F8-A879-ED7D9059FF0C}"/>
          </ac:spMkLst>
        </pc:spChg>
      </pc:sldChg>
      <pc:sldChg chg="modSp new mod">
        <pc:chgData name="이승재" userId="1d7995c1-5f7c-4e08-b977-e3b2be4af101" providerId="ADAL" clId="{1E9AFF4D-5F00-4AE5-8B9B-22490A3824C2}" dt="2024-01-26T07:47:55.958" v="2783" actId="20577"/>
        <pc:sldMkLst>
          <pc:docMk/>
          <pc:sldMk cId="3069189403" sldId="260"/>
        </pc:sldMkLst>
        <pc:spChg chg="mod">
          <ac:chgData name="이승재" userId="1d7995c1-5f7c-4e08-b977-e3b2be4af101" providerId="ADAL" clId="{1E9AFF4D-5F00-4AE5-8B9B-22490A3824C2}" dt="2024-01-26T07:44:53.655" v="2033" actId="404"/>
          <ac:spMkLst>
            <pc:docMk/>
            <pc:sldMk cId="3069189403" sldId="260"/>
            <ac:spMk id="2" creationId="{BB635AB0-1B92-09FB-037B-29E8260B4E84}"/>
          </ac:spMkLst>
        </pc:spChg>
        <pc:spChg chg="mod">
          <ac:chgData name="이승재" userId="1d7995c1-5f7c-4e08-b977-e3b2be4af101" providerId="ADAL" clId="{1E9AFF4D-5F00-4AE5-8B9B-22490A3824C2}" dt="2024-01-26T07:47:55.958" v="2783" actId="20577"/>
          <ac:spMkLst>
            <pc:docMk/>
            <pc:sldMk cId="3069189403" sldId="260"/>
            <ac:spMk id="3" creationId="{B9AFD03D-122D-BF8D-A27A-B0C17E4712E3}"/>
          </ac:spMkLst>
        </pc:spChg>
      </pc:sldChg>
      <pc:sldChg chg="modSp new mod">
        <pc:chgData name="이승재" userId="1d7995c1-5f7c-4e08-b977-e3b2be4af101" providerId="ADAL" clId="{1E9AFF4D-5F00-4AE5-8B9B-22490A3824C2}" dt="2024-01-26T07:50:02.574" v="3165" actId="20577"/>
        <pc:sldMkLst>
          <pc:docMk/>
          <pc:sldMk cId="3471586337" sldId="261"/>
        </pc:sldMkLst>
        <pc:spChg chg="mod">
          <ac:chgData name="이승재" userId="1d7995c1-5f7c-4e08-b977-e3b2be4af101" providerId="ADAL" clId="{1E9AFF4D-5F00-4AE5-8B9B-22490A3824C2}" dt="2024-01-26T07:50:02.574" v="3165" actId="20577"/>
          <ac:spMkLst>
            <pc:docMk/>
            <pc:sldMk cId="3471586337" sldId="261"/>
            <ac:spMk id="2" creationId="{2B335F46-26F4-E891-5DED-E2E005167A87}"/>
          </ac:spMkLst>
        </pc:spChg>
        <pc:spChg chg="mod">
          <ac:chgData name="이승재" userId="1d7995c1-5f7c-4e08-b977-e3b2be4af101" providerId="ADAL" clId="{1E9AFF4D-5F00-4AE5-8B9B-22490A3824C2}" dt="2024-01-26T07:49:39.286" v="3101" actId="404"/>
          <ac:spMkLst>
            <pc:docMk/>
            <pc:sldMk cId="3471586337" sldId="261"/>
            <ac:spMk id="3" creationId="{FB91C09C-41B2-6635-9124-24B173771165}"/>
          </ac:spMkLst>
        </pc:spChg>
      </pc:sldChg>
      <pc:sldChg chg="modSp new mod">
        <pc:chgData name="이승재" userId="1d7995c1-5f7c-4e08-b977-e3b2be4af101" providerId="ADAL" clId="{1E9AFF4D-5F00-4AE5-8B9B-22490A3824C2}" dt="2024-01-26T07:51:21.162" v="3574" actId="313"/>
        <pc:sldMkLst>
          <pc:docMk/>
          <pc:sldMk cId="798363814" sldId="262"/>
        </pc:sldMkLst>
        <pc:spChg chg="mod">
          <ac:chgData name="이승재" userId="1d7995c1-5f7c-4e08-b977-e3b2be4af101" providerId="ADAL" clId="{1E9AFF4D-5F00-4AE5-8B9B-22490A3824C2}" dt="2024-01-26T07:50:10.736" v="3210" actId="404"/>
          <ac:spMkLst>
            <pc:docMk/>
            <pc:sldMk cId="798363814" sldId="262"/>
            <ac:spMk id="2" creationId="{FEC78AF4-1A60-3028-44BC-28E5B568FAE8}"/>
          </ac:spMkLst>
        </pc:spChg>
        <pc:spChg chg="mod">
          <ac:chgData name="이승재" userId="1d7995c1-5f7c-4e08-b977-e3b2be4af101" providerId="ADAL" clId="{1E9AFF4D-5F00-4AE5-8B9B-22490A3824C2}" dt="2024-01-26T07:51:21.162" v="3574" actId="313"/>
          <ac:spMkLst>
            <pc:docMk/>
            <pc:sldMk cId="798363814" sldId="262"/>
            <ac:spMk id="3" creationId="{7B69F39B-FA73-E7D0-113B-CE0F5649FF31}"/>
          </ac:spMkLst>
        </pc:spChg>
      </pc:sldChg>
      <pc:sldChg chg="modSp new mod">
        <pc:chgData name="이승재" userId="1d7995c1-5f7c-4e08-b977-e3b2be4af101" providerId="ADAL" clId="{1E9AFF4D-5F00-4AE5-8B9B-22490A3824C2}" dt="2024-01-26T07:55:30.195" v="4129" actId="20577"/>
        <pc:sldMkLst>
          <pc:docMk/>
          <pc:sldMk cId="3739724015" sldId="263"/>
        </pc:sldMkLst>
        <pc:spChg chg="mod">
          <ac:chgData name="이승재" userId="1d7995c1-5f7c-4e08-b977-e3b2be4af101" providerId="ADAL" clId="{1E9AFF4D-5F00-4AE5-8B9B-22490A3824C2}" dt="2024-01-26T07:51:59.218" v="3605" actId="20577"/>
          <ac:spMkLst>
            <pc:docMk/>
            <pc:sldMk cId="3739724015" sldId="263"/>
            <ac:spMk id="2" creationId="{CEA5AA27-8148-F18F-30DD-A47DC6319C3A}"/>
          </ac:spMkLst>
        </pc:spChg>
        <pc:spChg chg="mod">
          <ac:chgData name="이승재" userId="1d7995c1-5f7c-4e08-b977-e3b2be4af101" providerId="ADAL" clId="{1E9AFF4D-5F00-4AE5-8B9B-22490A3824C2}" dt="2024-01-26T07:55:30.195" v="4129" actId="20577"/>
          <ac:spMkLst>
            <pc:docMk/>
            <pc:sldMk cId="3739724015" sldId="263"/>
            <ac:spMk id="3" creationId="{5FAFEE1E-3439-6661-C239-A60FF7754FD4}"/>
          </ac:spMkLst>
        </pc:spChg>
      </pc:sldChg>
      <pc:sldChg chg="modSp new mod">
        <pc:chgData name="이승재" userId="1d7995c1-5f7c-4e08-b977-e3b2be4af101" providerId="ADAL" clId="{1E9AFF4D-5F00-4AE5-8B9B-22490A3824C2}" dt="2024-01-26T08:06:43.950" v="5005" actId="20577"/>
        <pc:sldMkLst>
          <pc:docMk/>
          <pc:sldMk cId="1450483398" sldId="264"/>
        </pc:sldMkLst>
        <pc:spChg chg="mod">
          <ac:chgData name="이승재" userId="1d7995c1-5f7c-4e08-b977-e3b2be4af101" providerId="ADAL" clId="{1E9AFF4D-5F00-4AE5-8B9B-22490A3824C2}" dt="2024-01-26T08:06:34.421" v="4978" actId="20577"/>
          <ac:spMkLst>
            <pc:docMk/>
            <pc:sldMk cId="1450483398" sldId="264"/>
            <ac:spMk id="2" creationId="{329D84DD-E5DC-103F-7598-6C1F23FBD338}"/>
          </ac:spMkLst>
        </pc:spChg>
        <pc:spChg chg="mod">
          <ac:chgData name="이승재" userId="1d7995c1-5f7c-4e08-b977-e3b2be4af101" providerId="ADAL" clId="{1E9AFF4D-5F00-4AE5-8B9B-22490A3824C2}" dt="2024-01-26T08:06:43.950" v="5005" actId="20577"/>
          <ac:spMkLst>
            <pc:docMk/>
            <pc:sldMk cId="1450483398" sldId="264"/>
            <ac:spMk id="3" creationId="{9A0F1AB2-921E-2477-DF17-BBB406193BAA}"/>
          </ac:spMkLst>
        </pc:spChg>
      </pc:sldChg>
      <pc:sldChg chg="addSp delSp modSp new mod setBg">
        <pc:chgData name="이승재" userId="1d7995c1-5f7c-4e08-b977-e3b2be4af101" providerId="ADAL" clId="{1E9AFF4D-5F00-4AE5-8B9B-22490A3824C2}" dt="2024-01-26T08:12:45.033" v="5595" actId="20577"/>
        <pc:sldMkLst>
          <pc:docMk/>
          <pc:sldMk cId="1864192031" sldId="265"/>
        </pc:sldMkLst>
        <pc:spChg chg="mod">
          <ac:chgData name="이승재" userId="1d7995c1-5f7c-4e08-b977-e3b2be4af101" providerId="ADAL" clId="{1E9AFF4D-5F00-4AE5-8B9B-22490A3824C2}" dt="2024-01-26T08:07:29.068" v="5112" actId="404"/>
          <ac:spMkLst>
            <pc:docMk/>
            <pc:sldMk cId="1864192031" sldId="265"/>
            <ac:spMk id="2" creationId="{3227E45B-51CB-B257-E35A-CB5248E3FAC7}"/>
          </ac:spMkLst>
        </pc:spChg>
        <pc:spChg chg="del">
          <ac:chgData name="이승재" userId="1d7995c1-5f7c-4e08-b977-e3b2be4af101" providerId="ADAL" clId="{1E9AFF4D-5F00-4AE5-8B9B-22490A3824C2}" dt="2024-01-26T08:06:01.953" v="4872"/>
          <ac:spMkLst>
            <pc:docMk/>
            <pc:sldMk cId="1864192031" sldId="265"/>
            <ac:spMk id="3" creationId="{8890BE54-FF3D-B6D8-1829-749BD42D5679}"/>
          </ac:spMkLst>
        </pc:spChg>
        <pc:spChg chg="add mod">
          <ac:chgData name="이승재" userId="1d7995c1-5f7c-4e08-b977-e3b2be4af101" providerId="ADAL" clId="{1E9AFF4D-5F00-4AE5-8B9B-22490A3824C2}" dt="2024-01-26T08:12:45.033" v="5595" actId="20577"/>
          <ac:spMkLst>
            <pc:docMk/>
            <pc:sldMk cId="1864192031" sldId="265"/>
            <ac:spMk id="9" creationId="{0C5FBF2C-5EF3-346E-3917-251F1C7578DF}"/>
          </ac:spMkLst>
        </pc:spChg>
        <pc:spChg chg="add">
          <ac:chgData name="이승재" userId="1d7995c1-5f7c-4e08-b977-e3b2be4af101" providerId="ADAL" clId="{1E9AFF4D-5F00-4AE5-8B9B-22490A3824C2}" dt="2024-01-26T08:06:05.734" v="4875" actId="26606"/>
          <ac:spMkLst>
            <pc:docMk/>
            <pc:sldMk cId="1864192031" sldId="265"/>
            <ac:spMk id="12" creationId="{45D37F4E-DDB4-456B-97E0-9937730A039F}"/>
          </ac:spMkLst>
        </pc:spChg>
        <pc:spChg chg="add">
          <ac:chgData name="이승재" userId="1d7995c1-5f7c-4e08-b977-e3b2be4af101" providerId="ADAL" clId="{1E9AFF4D-5F00-4AE5-8B9B-22490A3824C2}" dt="2024-01-26T08:06:05.734" v="4875" actId="26606"/>
          <ac:spMkLst>
            <pc:docMk/>
            <pc:sldMk cId="1864192031" sldId="265"/>
            <ac:spMk id="14" creationId="{B2DD41CD-8F47-4F56-AD12-4E2FF7696987}"/>
          </ac:spMkLst>
        </pc:spChg>
        <pc:picChg chg="add mod">
          <ac:chgData name="이승재" userId="1d7995c1-5f7c-4e08-b977-e3b2be4af101" providerId="ADAL" clId="{1E9AFF4D-5F00-4AE5-8B9B-22490A3824C2}" dt="2024-01-26T08:06:05.734" v="4875" actId="26606"/>
          <ac:picMkLst>
            <pc:docMk/>
            <pc:sldMk cId="1864192031" sldId="265"/>
            <ac:picMk id="5" creationId="{527A7B4C-E4BE-6E97-2475-A03B27926611}"/>
          </ac:picMkLst>
        </pc:picChg>
        <pc:cxnChg chg="add">
          <ac:chgData name="이승재" userId="1d7995c1-5f7c-4e08-b977-e3b2be4af101" providerId="ADAL" clId="{1E9AFF4D-5F00-4AE5-8B9B-22490A3824C2}" dt="2024-01-26T08:07:37.043" v="5113" actId="11529"/>
          <ac:cxnSpMkLst>
            <pc:docMk/>
            <pc:sldMk cId="1864192031" sldId="265"/>
            <ac:cxnSpMk id="7" creationId="{707260A5-29F3-5930-BC0F-CB50D86163D7}"/>
          </ac:cxnSpMkLst>
        </pc:cxnChg>
        <pc:cxnChg chg="add mod">
          <ac:chgData name="이승재" userId="1d7995c1-5f7c-4e08-b977-e3b2be4af101" providerId="ADAL" clId="{1E9AFF4D-5F00-4AE5-8B9B-22490A3824C2}" dt="2024-01-26T08:09:36.733" v="5376" actId="14100"/>
          <ac:cxnSpMkLst>
            <pc:docMk/>
            <pc:sldMk cId="1864192031" sldId="265"/>
            <ac:cxnSpMk id="10" creationId="{C5E7B591-50A5-74F6-94F0-C225855ADF39}"/>
          </ac:cxnSpMkLst>
        </pc:cxnChg>
        <pc:cxnChg chg="add">
          <ac:chgData name="이승재" userId="1d7995c1-5f7c-4e08-b977-e3b2be4af101" providerId="ADAL" clId="{1E9AFF4D-5F00-4AE5-8B9B-22490A3824C2}" dt="2024-01-26T08:09:44.378" v="5377" actId="11529"/>
          <ac:cxnSpMkLst>
            <pc:docMk/>
            <pc:sldMk cId="1864192031" sldId="265"/>
            <ac:cxnSpMk id="15" creationId="{5AD38E35-DA04-851B-4DF4-54F51EED3C7A}"/>
          </ac:cxnSpMkLst>
        </pc:cxnChg>
      </pc:sldChg>
      <pc:sldChg chg="addSp delSp modSp new mod setBg">
        <pc:chgData name="이승재" userId="1d7995c1-5f7c-4e08-b977-e3b2be4af101" providerId="ADAL" clId="{1E9AFF4D-5F00-4AE5-8B9B-22490A3824C2}" dt="2024-01-26T08:14:47.093" v="5962" actId="11529"/>
        <pc:sldMkLst>
          <pc:docMk/>
          <pc:sldMk cId="3656460408" sldId="266"/>
        </pc:sldMkLst>
        <pc:spChg chg="mod">
          <ac:chgData name="이승재" userId="1d7995c1-5f7c-4e08-b977-e3b2be4af101" providerId="ADAL" clId="{1E9AFF4D-5F00-4AE5-8B9B-22490A3824C2}" dt="2024-01-26T08:12:17.032" v="5543" actId="404"/>
          <ac:spMkLst>
            <pc:docMk/>
            <pc:sldMk cId="3656460408" sldId="266"/>
            <ac:spMk id="2" creationId="{6D0B4BA1-8B50-FD04-D7C3-5E0B34345862}"/>
          </ac:spMkLst>
        </pc:spChg>
        <pc:spChg chg="del">
          <ac:chgData name="이승재" userId="1d7995c1-5f7c-4e08-b977-e3b2be4af101" providerId="ADAL" clId="{1E9AFF4D-5F00-4AE5-8B9B-22490A3824C2}" dt="2024-01-26T08:11:57.062" v="5513"/>
          <ac:spMkLst>
            <pc:docMk/>
            <pc:sldMk cId="3656460408" sldId="266"/>
            <ac:spMk id="3" creationId="{180068A2-91E5-9EC6-605A-C8DBB61ED1C2}"/>
          </ac:spMkLst>
        </pc:spChg>
        <pc:spChg chg="add mod">
          <ac:chgData name="이승재" userId="1d7995c1-5f7c-4e08-b977-e3b2be4af101" providerId="ADAL" clId="{1E9AFF4D-5F00-4AE5-8B9B-22490A3824C2}" dt="2024-01-26T08:14:15.334" v="5959" actId="20577"/>
          <ac:spMkLst>
            <pc:docMk/>
            <pc:sldMk cId="3656460408" sldId="266"/>
            <ac:spMk id="9" creationId="{DA2F3C49-1082-D7A8-761D-123161BB505A}"/>
          </ac:spMkLst>
        </pc:spChg>
        <pc:spChg chg="add">
          <ac:chgData name="이승재" userId="1d7995c1-5f7c-4e08-b977-e3b2be4af101" providerId="ADAL" clId="{1E9AFF4D-5F00-4AE5-8B9B-22490A3824C2}" dt="2024-01-26T08:12:00.210" v="5516" actId="26606"/>
          <ac:spMkLst>
            <pc:docMk/>
            <pc:sldMk cId="3656460408" sldId="266"/>
            <ac:spMk id="12" creationId="{743AA782-23D1-4521-8CAD-47662984AA08}"/>
          </ac:spMkLst>
        </pc:spChg>
        <pc:spChg chg="add">
          <ac:chgData name="이승재" userId="1d7995c1-5f7c-4e08-b977-e3b2be4af101" providerId="ADAL" clId="{1E9AFF4D-5F00-4AE5-8B9B-22490A3824C2}" dt="2024-01-26T08:12:00.210" v="5516" actId="26606"/>
          <ac:spMkLst>
            <pc:docMk/>
            <pc:sldMk cId="3656460408" sldId="266"/>
            <ac:spMk id="14" creationId="{71877DBC-BB60-40F0-AC93-2ACDBAAE60CE}"/>
          </ac:spMkLst>
        </pc:spChg>
        <pc:picChg chg="add mod">
          <ac:chgData name="이승재" userId="1d7995c1-5f7c-4e08-b977-e3b2be4af101" providerId="ADAL" clId="{1E9AFF4D-5F00-4AE5-8B9B-22490A3824C2}" dt="2024-01-26T08:12:00.210" v="5516" actId="26606"/>
          <ac:picMkLst>
            <pc:docMk/>
            <pc:sldMk cId="3656460408" sldId="266"/>
            <ac:picMk id="5" creationId="{EF26C536-698A-F054-EDB1-8DA80A740AC9}"/>
          </ac:picMkLst>
        </pc:picChg>
        <pc:cxnChg chg="add">
          <ac:chgData name="이승재" userId="1d7995c1-5f7c-4e08-b977-e3b2be4af101" providerId="ADAL" clId="{1E9AFF4D-5F00-4AE5-8B9B-22490A3824C2}" dt="2024-01-26T08:14:26.085" v="5960" actId="11529"/>
          <ac:cxnSpMkLst>
            <pc:docMk/>
            <pc:sldMk cId="3656460408" sldId="266"/>
            <ac:cxnSpMk id="7" creationId="{5485CF40-F536-22D6-6238-F37BAF8C1B00}"/>
          </ac:cxnSpMkLst>
        </pc:cxnChg>
        <pc:cxnChg chg="add">
          <ac:chgData name="이승재" userId="1d7995c1-5f7c-4e08-b977-e3b2be4af101" providerId="ADAL" clId="{1E9AFF4D-5F00-4AE5-8B9B-22490A3824C2}" dt="2024-01-26T08:14:38.700" v="5961" actId="11529"/>
          <ac:cxnSpMkLst>
            <pc:docMk/>
            <pc:sldMk cId="3656460408" sldId="266"/>
            <ac:cxnSpMk id="10" creationId="{BCDBEECC-8B9A-2F71-3444-DA2C26AA59BE}"/>
          </ac:cxnSpMkLst>
        </pc:cxnChg>
        <pc:cxnChg chg="add">
          <ac:chgData name="이승재" userId="1d7995c1-5f7c-4e08-b977-e3b2be4af101" providerId="ADAL" clId="{1E9AFF4D-5F00-4AE5-8B9B-22490A3824C2}" dt="2024-01-26T08:14:47.093" v="5962" actId="11529"/>
          <ac:cxnSpMkLst>
            <pc:docMk/>
            <pc:sldMk cId="3656460408" sldId="266"/>
            <ac:cxnSpMk id="13" creationId="{DE0B6FAD-555A-BBFC-5F6C-53F8AFE0C6E9}"/>
          </ac:cxnSpMkLst>
        </pc:cxnChg>
      </pc:sldChg>
      <pc:sldChg chg="addSp delSp modSp new mod setBg">
        <pc:chgData name="이승재" userId="1d7995c1-5f7c-4e08-b977-e3b2be4af101" providerId="ADAL" clId="{1E9AFF4D-5F00-4AE5-8B9B-22490A3824C2}" dt="2024-01-26T08:19:08.166" v="6395" actId="11529"/>
        <pc:sldMkLst>
          <pc:docMk/>
          <pc:sldMk cId="1250035483" sldId="267"/>
        </pc:sldMkLst>
        <pc:spChg chg="mod">
          <ac:chgData name="이승재" userId="1d7995c1-5f7c-4e08-b977-e3b2be4af101" providerId="ADAL" clId="{1E9AFF4D-5F00-4AE5-8B9B-22490A3824C2}" dt="2024-01-26T08:16:49.452" v="6008" actId="26606"/>
          <ac:spMkLst>
            <pc:docMk/>
            <pc:sldMk cId="1250035483" sldId="267"/>
            <ac:spMk id="2" creationId="{AF54EEFC-71E7-96F8-994D-7ECD06109035}"/>
          </ac:spMkLst>
        </pc:spChg>
        <pc:spChg chg="del">
          <ac:chgData name="이승재" userId="1d7995c1-5f7c-4e08-b977-e3b2be4af101" providerId="ADAL" clId="{1E9AFF4D-5F00-4AE5-8B9B-22490A3824C2}" dt="2024-01-26T08:16:20.357" v="5996"/>
          <ac:spMkLst>
            <pc:docMk/>
            <pc:sldMk cId="1250035483" sldId="267"/>
            <ac:spMk id="3" creationId="{4E16BE61-C7A2-BC88-DD06-C9AB7F12A4E7}"/>
          </ac:spMkLst>
        </pc:spChg>
        <pc:spChg chg="add del">
          <ac:chgData name="이승재" userId="1d7995c1-5f7c-4e08-b977-e3b2be4af101" providerId="ADAL" clId="{1E9AFF4D-5F00-4AE5-8B9B-22490A3824C2}" dt="2024-01-26T08:16:38.275" v="6003" actId="26606"/>
          <ac:spMkLst>
            <pc:docMk/>
            <pc:sldMk cId="1250035483" sldId="267"/>
            <ac:spMk id="11" creationId="{AA37C831-4AF1-E46C-23D6-EE224E8B2629}"/>
          </ac:spMkLst>
        </pc:spChg>
        <pc:spChg chg="add del">
          <ac:chgData name="이승재" userId="1d7995c1-5f7c-4e08-b977-e3b2be4af101" providerId="ADAL" clId="{1E9AFF4D-5F00-4AE5-8B9B-22490A3824C2}" dt="2024-01-26T08:16:38.275" v="6003" actId="26606"/>
          <ac:spMkLst>
            <pc:docMk/>
            <pc:sldMk cId="1250035483" sldId="267"/>
            <ac:spMk id="14" creationId="{69D47016-023F-44BD-981C-50E7A10A6609}"/>
          </ac:spMkLst>
        </pc:spChg>
        <pc:spChg chg="add del">
          <ac:chgData name="이승재" userId="1d7995c1-5f7c-4e08-b977-e3b2be4af101" providerId="ADAL" clId="{1E9AFF4D-5F00-4AE5-8B9B-22490A3824C2}" dt="2024-01-26T08:16:38.275" v="6003" actId="26606"/>
          <ac:spMkLst>
            <pc:docMk/>
            <pc:sldMk cId="1250035483" sldId="267"/>
            <ac:spMk id="16" creationId="{6D8B37B0-0682-433E-BC8D-498C04ABD9A7}"/>
          </ac:spMkLst>
        </pc:spChg>
        <pc:spChg chg="add del">
          <ac:chgData name="이승재" userId="1d7995c1-5f7c-4e08-b977-e3b2be4af101" providerId="ADAL" clId="{1E9AFF4D-5F00-4AE5-8B9B-22490A3824C2}" dt="2024-01-26T08:16:49.452" v="6008" actId="26606"/>
          <ac:spMkLst>
            <pc:docMk/>
            <pc:sldMk cId="1250035483" sldId="267"/>
            <ac:spMk id="18" creationId="{FF97FFD4-A8B9-3D4D-1623-7BE467E46A6A}"/>
          </ac:spMkLst>
        </pc:spChg>
        <pc:spChg chg="add del">
          <ac:chgData name="이승재" userId="1d7995c1-5f7c-4e08-b977-e3b2be4af101" providerId="ADAL" clId="{1E9AFF4D-5F00-4AE5-8B9B-22490A3824C2}" dt="2024-01-26T08:16:49.452" v="6008" actId="26606"/>
          <ac:spMkLst>
            <pc:docMk/>
            <pc:sldMk cId="1250035483" sldId="267"/>
            <ac:spMk id="19" creationId="{97A7BC37-AB06-33B6-67C7-87AEE430A08B}"/>
          </ac:spMkLst>
        </pc:spChg>
        <pc:spChg chg="add del">
          <ac:chgData name="이승재" userId="1d7995c1-5f7c-4e08-b977-e3b2be4af101" providerId="ADAL" clId="{1E9AFF4D-5F00-4AE5-8B9B-22490A3824C2}" dt="2024-01-26T08:16:49.452" v="6008" actId="26606"/>
          <ac:spMkLst>
            <pc:docMk/>
            <pc:sldMk cId="1250035483" sldId="267"/>
            <ac:spMk id="20" creationId="{9EAAC543-06A1-30A3-CDB5-302AEBD0D302}"/>
          </ac:spMkLst>
        </pc:spChg>
        <pc:spChg chg="add mod">
          <ac:chgData name="이승재" userId="1d7995c1-5f7c-4e08-b977-e3b2be4af101" providerId="ADAL" clId="{1E9AFF4D-5F00-4AE5-8B9B-22490A3824C2}" dt="2024-01-26T08:18:54.724" v="6393" actId="20577"/>
          <ac:spMkLst>
            <pc:docMk/>
            <pc:sldMk cId="1250035483" sldId="267"/>
            <ac:spMk id="21" creationId="{FED6C135-7035-14FC-E86F-625FDE927638}"/>
          </ac:spMkLst>
        </pc:spChg>
        <pc:spChg chg="add">
          <ac:chgData name="이승재" userId="1d7995c1-5f7c-4e08-b977-e3b2be4af101" providerId="ADAL" clId="{1E9AFF4D-5F00-4AE5-8B9B-22490A3824C2}" dt="2024-01-26T08:16:49.452" v="6008" actId="26606"/>
          <ac:spMkLst>
            <pc:docMk/>
            <pc:sldMk cId="1250035483" sldId="267"/>
            <ac:spMk id="26" creationId="{AAAE94E3-A7DB-4868-B1E3-E49703488BBC}"/>
          </ac:spMkLst>
        </pc:spChg>
        <pc:spChg chg="add">
          <ac:chgData name="이승재" userId="1d7995c1-5f7c-4e08-b977-e3b2be4af101" providerId="ADAL" clId="{1E9AFF4D-5F00-4AE5-8B9B-22490A3824C2}" dt="2024-01-26T08:16:49.452" v="6008" actId="26606"/>
          <ac:spMkLst>
            <pc:docMk/>
            <pc:sldMk cId="1250035483" sldId="267"/>
            <ac:spMk id="32" creationId="{3873B707-463F-40B0-8227-E8CC6C67EB25}"/>
          </ac:spMkLst>
        </pc:spChg>
        <pc:spChg chg="add">
          <ac:chgData name="이승재" userId="1d7995c1-5f7c-4e08-b977-e3b2be4af101" providerId="ADAL" clId="{1E9AFF4D-5F00-4AE5-8B9B-22490A3824C2}" dt="2024-01-26T08:16:49.452" v="6008" actId="26606"/>
          <ac:spMkLst>
            <pc:docMk/>
            <pc:sldMk cId="1250035483" sldId="267"/>
            <ac:spMk id="34" creationId="{C13237C8-E62C-4F0D-A318-BD6FB6C2D138}"/>
          </ac:spMkLst>
        </pc:spChg>
        <pc:spChg chg="add">
          <ac:chgData name="이승재" userId="1d7995c1-5f7c-4e08-b977-e3b2be4af101" providerId="ADAL" clId="{1E9AFF4D-5F00-4AE5-8B9B-22490A3824C2}" dt="2024-01-26T08:16:49.452" v="6008" actId="26606"/>
          <ac:spMkLst>
            <pc:docMk/>
            <pc:sldMk cId="1250035483" sldId="267"/>
            <ac:spMk id="36" creationId="{19C9EAEA-39D0-4B0E-A0EB-51E7B26740B1}"/>
          </ac:spMkLst>
        </pc:spChg>
        <pc:spChg chg="add">
          <ac:chgData name="이승재" userId="1d7995c1-5f7c-4e08-b977-e3b2be4af101" providerId="ADAL" clId="{1E9AFF4D-5F00-4AE5-8B9B-22490A3824C2}" dt="2024-01-26T08:16:49.452" v="6008" actId="26606"/>
          <ac:spMkLst>
            <pc:docMk/>
            <pc:sldMk cId="1250035483" sldId="267"/>
            <ac:spMk id="38" creationId="{8CB5D2D7-DF65-4E86-BFBA-FFB9B5ACEB64}"/>
          </ac:spMkLst>
        </pc:spChg>
        <pc:grpChg chg="add">
          <ac:chgData name="이승재" userId="1d7995c1-5f7c-4e08-b977-e3b2be4af101" providerId="ADAL" clId="{1E9AFF4D-5F00-4AE5-8B9B-22490A3824C2}" dt="2024-01-26T08:16:49.452" v="6008" actId="26606"/>
          <ac:grpSpMkLst>
            <pc:docMk/>
            <pc:sldMk cId="1250035483" sldId="267"/>
            <ac:grpSpMk id="28" creationId="{1DE889C7-FAD6-4397-98E2-05D503484459}"/>
          </ac:grpSpMkLst>
        </pc:grpChg>
        <pc:picChg chg="add mod ord">
          <ac:chgData name="이승재" userId="1d7995c1-5f7c-4e08-b977-e3b2be4af101" providerId="ADAL" clId="{1E9AFF4D-5F00-4AE5-8B9B-22490A3824C2}" dt="2024-01-26T08:16:49.452" v="6008" actId="26606"/>
          <ac:picMkLst>
            <pc:docMk/>
            <pc:sldMk cId="1250035483" sldId="267"/>
            <ac:picMk id="5" creationId="{A9A871C2-2AB0-CA73-F852-1DE51BE42093}"/>
          </ac:picMkLst>
        </pc:picChg>
        <pc:picChg chg="add mod ord">
          <ac:chgData name="이승재" userId="1d7995c1-5f7c-4e08-b977-e3b2be4af101" providerId="ADAL" clId="{1E9AFF4D-5F00-4AE5-8B9B-22490A3824C2}" dt="2024-01-26T08:16:49.452" v="6008" actId="26606"/>
          <ac:picMkLst>
            <pc:docMk/>
            <pc:sldMk cId="1250035483" sldId="267"/>
            <ac:picMk id="7" creationId="{874BA7F8-0399-4500-6A40-6F9DD6D78A7D}"/>
          </ac:picMkLst>
        </pc:picChg>
        <pc:cxnChg chg="add mod">
          <ac:chgData name="이승재" userId="1d7995c1-5f7c-4e08-b977-e3b2be4af101" providerId="ADAL" clId="{1E9AFF4D-5F00-4AE5-8B9B-22490A3824C2}" dt="2024-01-26T08:18:59.617" v="6394" actId="14100"/>
          <ac:cxnSpMkLst>
            <pc:docMk/>
            <pc:sldMk cId="1250035483" sldId="267"/>
            <ac:cxnSpMk id="9" creationId="{EC1506D9-88D6-1B8D-3053-4C19C302BF17}"/>
          </ac:cxnSpMkLst>
        </pc:cxnChg>
        <pc:cxnChg chg="add">
          <ac:chgData name="이승재" userId="1d7995c1-5f7c-4e08-b977-e3b2be4af101" providerId="ADAL" clId="{1E9AFF4D-5F00-4AE5-8B9B-22490A3824C2}" dt="2024-01-26T08:19:08.166" v="6395" actId="11529"/>
          <ac:cxnSpMkLst>
            <pc:docMk/>
            <pc:sldMk cId="1250035483" sldId="267"/>
            <ac:cxnSpMk id="13" creationId="{6BDC691B-512B-89D8-1389-4C18FD15E826}"/>
          </ac:cxnSpMkLst>
        </pc:cxnChg>
      </pc:sldChg>
      <pc:sldChg chg="delSp modSp new mod">
        <pc:chgData name="이승재" userId="1d7995c1-5f7c-4e08-b977-e3b2be4af101" providerId="ADAL" clId="{1E9AFF4D-5F00-4AE5-8B9B-22490A3824C2}" dt="2024-01-26T08:19:25.036" v="6402" actId="20577"/>
        <pc:sldMkLst>
          <pc:docMk/>
          <pc:sldMk cId="3023544459" sldId="268"/>
        </pc:sldMkLst>
        <pc:spChg chg="mod">
          <ac:chgData name="이승재" userId="1d7995c1-5f7c-4e08-b977-e3b2be4af101" providerId="ADAL" clId="{1E9AFF4D-5F00-4AE5-8B9B-22490A3824C2}" dt="2024-01-26T08:19:25.036" v="6402" actId="20577"/>
          <ac:spMkLst>
            <pc:docMk/>
            <pc:sldMk cId="3023544459" sldId="268"/>
            <ac:spMk id="2" creationId="{7C639872-188A-F2FD-754B-B1AB0655F7A7}"/>
          </ac:spMkLst>
        </pc:spChg>
        <pc:spChg chg="del">
          <ac:chgData name="이승재" userId="1d7995c1-5f7c-4e08-b977-e3b2be4af101" providerId="ADAL" clId="{1E9AFF4D-5F00-4AE5-8B9B-22490A3824C2}" dt="2024-01-26T08:19:21.081" v="6397" actId="478"/>
          <ac:spMkLst>
            <pc:docMk/>
            <pc:sldMk cId="3023544459" sldId="268"/>
            <ac:spMk id="3" creationId="{8057F68C-8765-B22E-F582-8FABE14C5CB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4B74CF-8EFF-57FA-9AD6-4585FD9003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9C506D0-CE5C-E5D8-1272-58E740046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6E4EC5-03A8-6062-E16B-5A797AFA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7720-949D-4277-B912-91ACF5B8FC49}" type="datetimeFigureOut">
              <a:rPr lang="ko-KR" altLang="en-US" smtClean="0"/>
              <a:t>2024-01-26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AA2FD9-320C-99CB-FF21-A9AB1027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A41F19-C4C0-8377-E75D-A8FA20924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851F3-F127-458F-8E78-E627975C0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857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E0D5A-2B34-E618-D1A5-6C812C334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FB24C6-DC2B-399E-2BDB-B56E78794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207A9A-9AF8-7D0F-314E-80AABF40A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7720-949D-4277-B912-91ACF5B8FC49}" type="datetimeFigureOut">
              <a:rPr lang="ko-KR" altLang="en-US" smtClean="0"/>
              <a:t>2024-01-26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EE2849-C329-AFEA-2D17-D3F3BBA41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7FF0C1-4F73-1CCE-0068-7228C8BEB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851F3-F127-458F-8E78-E627975C0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213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CAA630-F716-8636-A701-2E86E9592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FF8072-9325-3243-27F4-D5E263BAB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89F297-F621-3E9E-1DE8-0B12AA59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7720-949D-4277-B912-91ACF5B8FC49}" type="datetimeFigureOut">
              <a:rPr lang="ko-KR" altLang="en-US" smtClean="0"/>
              <a:t>2024-01-26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C85C0C-E0DA-3DFB-3FC7-9EDDC9D32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FAB577-552C-10E4-119D-897812FA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851F3-F127-458F-8E78-E627975C0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116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F4224-D57A-2920-BFBA-E95637BF0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551009-3C46-953C-0C5A-B10FBF7B9F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6894CA-0276-C3BD-C8A5-469FE8C1C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B4CAC8-DF26-AF0D-F506-20593B4C2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7720-949D-4277-B912-91ACF5B8FC49}" type="datetimeFigureOut">
              <a:rPr lang="ko-KR" altLang="en-US" smtClean="0"/>
              <a:t>2024-01-26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5C911A-8759-4C25-E542-9AA71F4BF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119BC9-08A8-0009-2AA6-4CFA9BE09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851F3-F127-458F-8E78-E627975C0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955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8E5367-A887-FAF9-6CE0-4D6CE25E9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D734F6-9376-031C-6A72-F58E486BF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078239-535A-52B7-D738-4BC3A0C82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2C6707-74AF-743C-95D4-EEF4DA4F71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5698617-E4F5-4671-CEA0-2B68E61957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8305E6-0BB6-ACAD-D60E-03AB16097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7720-949D-4277-B912-91ACF5B8FC49}" type="datetimeFigureOut">
              <a:rPr lang="ko-KR" altLang="en-US" smtClean="0"/>
              <a:t>2024-01-26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2E5E67-7199-8C4B-C41D-C2D7DAADC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ABB924-F063-3044-1A75-9CE025F7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851F3-F127-458F-8E78-E627975C0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042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E17B4-AC41-FD85-622E-B7300745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A42F5DF-4974-3A8A-8063-CE79CA377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7720-949D-4277-B912-91ACF5B8FC49}" type="datetimeFigureOut">
              <a:rPr lang="ko-KR" altLang="en-US" smtClean="0"/>
              <a:t>2024-01-26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9627890-0177-A0D4-940B-152286776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5CD849-5050-912F-CB22-761D378B9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851F3-F127-458F-8E78-E627975C0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783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ED2BEB-20A1-CC60-6367-C588B5045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7720-949D-4277-B912-91ACF5B8FC49}" type="datetimeFigureOut">
              <a:rPr lang="ko-KR" altLang="en-US" smtClean="0"/>
              <a:t>2024-01-26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774441-08ED-0C1F-4318-AAEAD3C4A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FC140F-47D7-05E2-67ED-6AD778006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851F3-F127-458F-8E78-E627975C0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792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D80FCF-2768-0B74-9A66-E960CADF4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87AA7C-76C8-6B08-A2C7-FF4FA7BF2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2E246C-B0B4-44F1-A5DF-92612B17E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19F69B-8BF5-9168-C639-8F976FCEF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7720-949D-4277-B912-91ACF5B8FC49}" type="datetimeFigureOut">
              <a:rPr lang="ko-KR" altLang="en-US" smtClean="0"/>
              <a:t>2024-01-26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48471C-CC65-A237-6AF9-E6B9E927A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4C1925-600F-FE14-1545-AAF858B89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851F3-F127-458F-8E78-E627975C0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7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E1E3F-9365-308B-E8FA-BD0A9FFF1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FE7D147-BAE3-6EB2-4AAC-48893B9E42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37DABA-C815-A95B-0F49-B9461F0E2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333C05-CB52-2C04-D022-5F82D8A6A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7720-949D-4277-B912-91ACF5B8FC49}" type="datetimeFigureOut">
              <a:rPr lang="ko-KR" altLang="en-US" smtClean="0"/>
              <a:t>2024-01-26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C95F71-CC45-E4FD-98D3-5C1239C1B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A9A5FC-2737-A841-C189-8236BCA3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851F3-F127-458F-8E78-E627975C0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074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533F5-0428-80F1-A539-56F7C6448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B7EBE5-F3FD-252B-73D2-21136B526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C51C6A-5FE2-54A6-0C8D-A776673D2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7720-949D-4277-B912-91ACF5B8FC49}" type="datetimeFigureOut">
              <a:rPr lang="ko-KR" altLang="en-US" smtClean="0"/>
              <a:t>2024-01-26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E652DC-F396-21DA-CB60-4C73AFFFC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4A704A-6175-B7E1-E04D-1AB90D87B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851F3-F127-458F-8E78-E627975C0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858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166624E-4788-9C50-65C9-930EA1E99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D29434-16D0-FD2E-3184-F8F6C436F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BE25D-D9FF-E2A3-1842-943ED21B8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7720-949D-4277-B912-91ACF5B8FC49}" type="datetimeFigureOut">
              <a:rPr lang="ko-KR" altLang="en-US" smtClean="0"/>
              <a:t>2024-01-26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F74C22-F623-8C24-C99B-C21931709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9B16FD-BCD7-5241-3E5B-FC6A30450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851F3-F127-458F-8E78-E627975C0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484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E32F73C-6FD4-E5CD-EB5D-CC8423669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11D11F-F9D2-B7D8-22C4-6BBB7B0C4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0104BD-8B26-80E0-F8E5-7687F4F21A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A7720-949D-4277-B912-91ACF5B8FC49}" type="datetimeFigureOut">
              <a:rPr lang="ko-KR" altLang="en-US" smtClean="0"/>
              <a:t>2024-01-26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2BAFFF-5B38-A1D1-939A-447568690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5D15D-7516-E5C8-45F0-865C07172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851F3-F127-458F-8E78-E627975C02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319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D8CC73-5573-8070-2934-DFB27CC74A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숫자조각게임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6C4B29-2DAE-0710-6243-004CF8495E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sort, hash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762CAF-EBA8-0F8B-46D5-1B30165A73E6}"/>
              </a:ext>
            </a:extLst>
          </p:cNvPr>
          <p:cNvSpPr txBox="1"/>
          <p:nvPr/>
        </p:nvSpPr>
        <p:spPr>
          <a:xfrm>
            <a:off x="9757317" y="6345044"/>
            <a:ext cx="216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2024-02-02 </a:t>
            </a:r>
            <a:r>
              <a:rPr lang="ko-KR" altLang="en-US" dirty="0"/>
              <a:t>이승재</a:t>
            </a:r>
          </a:p>
        </p:txBody>
      </p:sp>
    </p:spTree>
    <p:extLst>
      <p:ext uri="{BB962C8B-B14F-4D97-AF65-F5344CB8AC3E}">
        <p14:creationId xmlns:p14="http://schemas.microsoft.com/office/powerpoint/2010/main" val="303446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9DDFC12-2207-9B06-00EE-E2BE5D4F2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ko-KR" altLang="en-US" sz="5400"/>
              <a:t>문제 소개</a:t>
            </a:r>
          </a:p>
        </p:txBody>
      </p:sp>
      <p:sp>
        <p:nvSpPr>
          <p:cNvPr id="3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D8CC59AD-BD83-2494-FDCC-DCDDFA6DF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ko-KR" altLang="en-US" sz="2200" dirty="0"/>
              <a:t>규칙 </a:t>
            </a:r>
            <a:r>
              <a:rPr lang="en-US" altLang="ko-KR" sz="2200" dirty="0"/>
              <a:t>1. </a:t>
            </a:r>
            <a:r>
              <a:rPr lang="ko-KR" altLang="en-US" sz="2200" dirty="0"/>
              <a:t>블록의 숫자와 그 블록이 맞닿은 </a:t>
            </a:r>
            <a:r>
              <a:rPr lang="ko-KR" altLang="en-US" sz="2200" dirty="0" err="1"/>
              <a:t>게임판</a:t>
            </a:r>
            <a:r>
              <a:rPr lang="ko-KR" altLang="en-US" sz="2200" dirty="0"/>
              <a:t> 셀의 숫자의 차이가 모두 동일한 경우에만 올려 놓을 수 있다</a:t>
            </a:r>
            <a:r>
              <a:rPr lang="en-US" altLang="ko-KR" sz="2200" dirty="0"/>
              <a:t>.</a:t>
            </a:r>
          </a:p>
          <a:p>
            <a:r>
              <a:rPr lang="ko-KR" altLang="en-US" sz="2200" dirty="0"/>
              <a:t>규칙</a:t>
            </a:r>
            <a:r>
              <a:rPr lang="en-US" altLang="ko-KR" sz="2200" dirty="0"/>
              <a:t> 2. </a:t>
            </a:r>
            <a:r>
              <a:rPr lang="ko-KR" altLang="en-US" sz="2200" dirty="0"/>
              <a:t>조각끼리 겹쳐 놓을 수 없다</a:t>
            </a:r>
            <a:r>
              <a:rPr lang="en-US" altLang="ko-KR" sz="2200" dirty="0"/>
              <a:t>.</a:t>
            </a:r>
          </a:p>
          <a:p>
            <a:r>
              <a:rPr lang="ko-KR" altLang="en-US" sz="2200" dirty="0"/>
              <a:t>규칙 </a:t>
            </a:r>
            <a:r>
              <a:rPr lang="en-US" altLang="ko-KR" sz="2200" dirty="0"/>
              <a:t>3. </a:t>
            </a:r>
            <a:r>
              <a:rPr lang="ko-KR" altLang="en-US" sz="2200" dirty="0"/>
              <a:t>놓을 수 있는 위치가 둘 이상인 경우</a:t>
            </a:r>
            <a:r>
              <a:rPr lang="en-US" altLang="ko-KR" sz="2200" dirty="0"/>
              <a:t> </a:t>
            </a:r>
            <a:r>
              <a:rPr lang="ko-KR" altLang="en-US" sz="2200" dirty="0" err="1"/>
              <a:t>행번호</a:t>
            </a:r>
            <a:r>
              <a:rPr lang="en-US" altLang="ko-KR" sz="2200" dirty="0"/>
              <a:t>, </a:t>
            </a:r>
            <a:r>
              <a:rPr lang="ko-KR" altLang="en-US" sz="2200" dirty="0"/>
              <a:t>열번호가 가장 작은 곳에 놓는다</a:t>
            </a:r>
            <a:r>
              <a:rPr lang="en-US" altLang="ko-KR" sz="2200" dirty="0"/>
              <a:t>.</a:t>
            </a:r>
          </a:p>
          <a:p>
            <a:r>
              <a:rPr lang="ko-KR" altLang="en-US" sz="2200" dirty="0"/>
              <a:t>규칙 </a:t>
            </a:r>
            <a:r>
              <a:rPr lang="en-US" altLang="ko-KR" sz="2200" dirty="0"/>
              <a:t>4. </a:t>
            </a:r>
            <a:r>
              <a:rPr lang="ko-KR" altLang="en-US" sz="2200" dirty="0"/>
              <a:t>놓을 수 있는 곳이 없다면 조각을 버린다</a:t>
            </a:r>
            <a:r>
              <a:rPr lang="en-US" altLang="ko-KR" sz="2200" dirty="0"/>
              <a:t>.</a:t>
            </a:r>
            <a:endParaRPr lang="en-US" sz="22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F273EB6-2D55-E3E8-588D-442E1728D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8452" y="329183"/>
            <a:ext cx="2524992" cy="3429969"/>
          </a:xfrm>
          <a:prstGeom prst="rect">
            <a:avLst/>
          </a:prstGeom>
        </p:spPr>
      </p:pic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052F526-5766-8559-CE30-619B45C2A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627619"/>
            <a:ext cx="3995928" cy="107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438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FD90A8-9920-27D7-981A-81E684AC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문제 소개 </a:t>
            </a:r>
            <a:r>
              <a:rPr lang="en-US" altLang="ko-KR" sz="3600" dirty="0"/>
              <a:t>- </a:t>
            </a:r>
            <a:r>
              <a:rPr lang="ko-KR" altLang="en-US" sz="3600" dirty="0"/>
              <a:t>제한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252BB0-AEDA-83F8-A879-ED7D9059F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5 </a:t>
            </a:r>
            <a:r>
              <a:rPr lang="ko-KR" altLang="en-US" sz="2000" b="0" i="0" dirty="0">
                <a:effectLst/>
              </a:rPr>
              <a:t>≤ 게임판의 행의 개수 ≤ </a:t>
            </a:r>
            <a:r>
              <a:rPr lang="en-US" altLang="ko-KR" sz="2000" b="0" i="0" dirty="0">
                <a:effectLst/>
              </a:rPr>
              <a:t>40</a:t>
            </a:r>
          </a:p>
          <a:p>
            <a:r>
              <a:rPr lang="en-US" altLang="ko-KR" sz="2000" dirty="0"/>
              <a:t>5 </a:t>
            </a:r>
            <a:r>
              <a:rPr lang="ko-KR" altLang="en-US" sz="2000" b="0" i="0" dirty="0">
                <a:effectLst/>
              </a:rPr>
              <a:t>≤</a:t>
            </a:r>
            <a:r>
              <a:rPr lang="en-US" altLang="ko-KR" sz="2000" dirty="0"/>
              <a:t> </a:t>
            </a:r>
            <a:r>
              <a:rPr lang="ko-KR" altLang="en-US" sz="2000" dirty="0"/>
              <a:t>게임판의 열의 개수 </a:t>
            </a:r>
            <a:r>
              <a:rPr lang="ko-KR" altLang="en-US" sz="2000" b="0" i="0" dirty="0">
                <a:effectLst/>
              </a:rPr>
              <a:t>≤ </a:t>
            </a:r>
            <a:r>
              <a:rPr lang="en-US" altLang="ko-KR" sz="2000" dirty="0"/>
              <a:t>3</a:t>
            </a:r>
            <a:r>
              <a:rPr lang="en-US" altLang="ko-KR" sz="2000" b="0" i="0" dirty="0">
                <a:effectLst/>
              </a:rPr>
              <a:t>0</a:t>
            </a:r>
          </a:p>
          <a:p>
            <a:r>
              <a:rPr lang="en-US" altLang="ko-KR" sz="2000" dirty="0"/>
              <a:t>1 </a:t>
            </a:r>
            <a:r>
              <a:rPr lang="ko-KR" altLang="en-US" sz="2000" b="0" i="0" dirty="0">
                <a:effectLst/>
              </a:rPr>
              <a:t>≤ </a:t>
            </a:r>
            <a:r>
              <a:rPr lang="ko-KR" altLang="en-US" sz="2000" b="0" i="0" dirty="0" err="1">
                <a:effectLst/>
              </a:rPr>
              <a:t>게임판</a:t>
            </a:r>
            <a:r>
              <a:rPr lang="ko-KR" altLang="en-US" sz="2000" b="0" i="0" dirty="0">
                <a:effectLst/>
              </a:rPr>
              <a:t> 내의 숫자</a:t>
            </a:r>
            <a:r>
              <a:rPr lang="en-US" altLang="ko-KR" sz="2000" b="0" i="0" dirty="0">
                <a:effectLst/>
              </a:rPr>
              <a:t>, </a:t>
            </a:r>
            <a:r>
              <a:rPr lang="ko-KR" altLang="en-US" sz="2000" b="0" i="0" dirty="0">
                <a:effectLst/>
              </a:rPr>
              <a:t>퍼즐에 적힌 숫자 ≤ </a:t>
            </a:r>
            <a:r>
              <a:rPr lang="en-US" altLang="ko-KR" sz="2000" b="0" i="0" dirty="0">
                <a:effectLst/>
              </a:rPr>
              <a:t>5</a:t>
            </a:r>
          </a:p>
          <a:p>
            <a:r>
              <a:rPr lang="en-US" altLang="ko-KR" sz="2000" dirty="0" err="1"/>
              <a:t>putPuzzle</a:t>
            </a:r>
            <a:r>
              <a:rPr lang="en-US" altLang="ko-KR" sz="2000" dirty="0"/>
              <a:t>()</a:t>
            </a:r>
            <a:r>
              <a:rPr lang="ko-KR" altLang="en-US" sz="2000" dirty="0"/>
              <a:t>함수는 최대 </a:t>
            </a:r>
            <a:r>
              <a:rPr lang="en-US" altLang="ko-KR" sz="2000" dirty="0"/>
              <a:t>100,000 </a:t>
            </a:r>
            <a:r>
              <a:rPr lang="ko-KR" altLang="en-US" sz="2000" dirty="0"/>
              <a:t>회 호출된다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 err="1"/>
              <a:t>clearPuzzles</a:t>
            </a:r>
            <a:r>
              <a:rPr lang="en-US" altLang="ko-KR" sz="2000" dirty="0"/>
              <a:t>()</a:t>
            </a:r>
            <a:r>
              <a:rPr lang="ko-KR" altLang="en-US" sz="2000" dirty="0"/>
              <a:t>함수는 최대 </a:t>
            </a:r>
            <a:r>
              <a:rPr lang="en-US" altLang="ko-KR" sz="2000" dirty="0"/>
              <a:t>1,000 </a:t>
            </a:r>
            <a:r>
              <a:rPr lang="ko-KR" altLang="en-US" sz="2000" dirty="0"/>
              <a:t>회 호출된다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각 </a:t>
            </a:r>
            <a:r>
              <a:rPr lang="en-US" altLang="ko-KR" sz="2000" dirty="0"/>
              <a:t>TC</a:t>
            </a:r>
            <a:r>
              <a:rPr lang="ko-KR" altLang="en-US" sz="2000" dirty="0"/>
              <a:t>에 주어지는 조각이 </a:t>
            </a:r>
            <a:r>
              <a:rPr lang="en-US" altLang="ko-KR" sz="2000" dirty="0"/>
              <a:t>1</a:t>
            </a:r>
            <a:r>
              <a:rPr lang="ko-KR" altLang="en-US" sz="2000" dirty="0"/>
              <a:t>번 규칙에 만족하는 위치는 최대 </a:t>
            </a:r>
            <a:r>
              <a:rPr lang="en-US" altLang="ko-KR" sz="2000" dirty="0"/>
              <a:t>500</a:t>
            </a:r>
            <a:r>
              <a:rPr lang="ko-KR" altLang="en-US" sz="2000" dirty="0"/>
              <a:t>개</a:t>
            </a:r>
            <a:r>
              <a:rPr lang="en-US" altLang="ko-KR" sz="2000" dirty="0"/>
              <a:t>, </a:t>
            </a:r>
            <a:r>
              <a:rPr lang="ko-KR" altLang="en-US" sz="2000" dirty="0"/>
              <a:t>평균 </a:t>
            </a:r>
            <a:r>
              <a:rPr lang="en-US" altLang="ko-KR" sz="2000" dirty="0"/>
              <a:t>70</a:t>
            </a:r>
            <a:r>
              <a:rPr lang="ko-KR" altLang="en-US" sz="2000" dirty="0"/>
              <a:t>개 이하이다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92970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AEEF54-2B2C-97D5-0E99-47221BF34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문제 접근 </a:t>
            </a:r>
            <a:r>
              <a:rPr lang="en-US" altLang="ko-KR" sz="3600" dirty="0"/>
              <a:t>– </a:t>
            </a:r>
            <a:r>
              <a:rPr lang="ko-KR" altLang="en-US" sz="3600" dirty="0"/>
              <a:t>규칙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2F33A2-D7C1-C0B1-D851-053C99EEC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규칙 </a:t>
            </a:r>
            <a:r>
              <a:rPr lang="en-US" altLang="ko-KR" sz="2000" dirty="0"/>
              <a:t>1. </a:t>
            </a:r>
            <a:r>
              <a:rPr lang="ko-KR" altLang="en-US" sz="2000" dirty="0"/>
              <a:t>블록의 숫자와 그 블록이 맞닿은 </a:t>
            </a:r>
            <a:r>
              <a:rPr lang="ko-KR" altLang="en-US" sz="2000" dirty="0" err="1"/>
              <a:t>게임판</a:t>
            </a:r>
            <a:r>
              <a:rPr lang="ko-KR" altLang="en-US" sz="2000" dirty="0"/>
              <a:t> 셀의 숫자의 차이가 모두 동일한 경우에만 올려 놓을 수 있다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블록에 적힌 수를 </a:t>
            </a:r>
            <a:r>
              <a:rPr lang="en-US" altLang="ko-KR" sz="2000" dirty="0" err="1"/>
              <a:t>B_i</a:t>
            </a:r>
            <a:r>
              <a:rPr lang="en-US" altLang="ko-KR" sz="2000" dirty="0"/>
              <a:t>, </a:t>
            </a:r>
            <a:r>
              <a:rPr lang="ko-KR" altLang="en-US" sz="2000" dirty="0"/>
              <a:t>판에 적힌 수를 </a:t>
            </a:r>
            <a:r>
              <a:rPr lang="en-US" altLang="ko-KR" sz="2000" dirty="0" err="1"/>
              <a:t>G_i</a:t>
            </a:r>
            <a:r>
              <a:rPr lang="ko-KR" altLang="en-US" sz="2000" dirty="0"/>
              <a:t>라 하자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“</a:t>
            </a:r>
            <a:r>
              <a:rPr lang="en-US" altLang="ko-KR" sz="2000" dirty="0" err="1"/>
              <a:t>B_i</a:t>
            </a:r>
            <a:r>
              <a:rPr lang="en-US" altLang="ko-KR" sz="2000" dirty="0"/>
              <a:t> – </a:t>
            </a:r>
            <a:r>
              <a:rPr lang="en-US" altLang="ko-KR" sz="2000" dirty="0" err="1"/>
              <a:t>G_i</a:t>
            </a:r>
            <a:r>
              <a:rPr lang="en-US" altLang="ko-KR" sz="2000" dirty="0"/>
              <a:t> = </a:t>
            </a:r>
            <a:r>
              <a:rPr lang="ko-KR" altLang="en-US" sz="2000" dirty="0"/>
              <a:t>상수</a:t>
            </a:r>
            <a:r>
              <a:rPr lang="en-US" altLang="ko-KR" sz="2000" dirty="0"/>
              <a:t>”</a:t>
            </a:r>
            <a:r>
              <a:rPr lang="ko-KR" altLang="en-US" sz="2000" dirty="0"/>
              <a:t>를 만족해야 한다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 err="1"/>
              <a:t>B_i</a:t>
            </a:r>
            <a:r>
              <a:rPr lang="ko-KR" altLang="en-US" sz="2000" dirty="0"/>
              <a:t> </a:t>
            </a:r>
            <a:r>
              <a:rPr lang="en-US" altLang="ko-KR" sz="2000" dirty="0"/>
              <a:t>=</a:t>
            </a:r>
            <a:r>
              <a:rPr lang="ko-KR" altLang="en-US" sz="2000" dirty="0"/>
              <a:t> </a:t>
            </a:r>
            <a:r>
              <a:rPr lang="en-US" altLang="ko-KR" sz="2000" dirty="0"/>
              <a:t>{3,</a:t>
            </a:r>
            <a:r>
              <a:rPr lang="ko-KR" altLang="en-US" sz="2000" dirty="0"/>
              <a:t> </a:t>
            </a:r>
            <a:r>
              <a:rPr lang="en-US" altLang="ko-KR" sz="2000" dirty="0"/>
              <a:t>2,</a:t>
            </a:r>
            <a:r>
              <a:rPr lang="ko-KR" altLang="en-US" sz="2000" dirty="0"/>
              <a:t> </a:t>
            </a:r>
            <a:r>
              <a:rPr lang="en-US" altLang="ko-KR" sz="2000" dirty="0"/>
              <a:t>5}</a:t>
            </a:r>
            <a:r>
              <a:rPr lang="ko-KR" altLang="en-US" sz="2000" dirty="0"/>
              <a:t>이든</a:t>
            </a:r>
            <a:r>
              <a:rPr lang="en-US" altLang="ko-KR" sz="2000" dirty="0"/>
              <a:t>, {4, 3, 6} </a:t>
            </a:r>
            <a:r>
              <a:rPr lang="ko-KR" altLang="en-US" sz="2000" dirty="0"/>
              <a:t>이든 똑같은 패턴으로 취급해야 한다</a:t>
            </a:r>
            <a:r>
              <a:rPr lang="en-US" altLang="ko-KR" sz="2000" dirty="0"/>
              <a:t>!</a:t>
            </a:r>
          </a:p>
          <a:p>
            <a:r>
              <a:rPr lang="en-US" altLang="ko-KR" sz="2000" dirty="0" err="1"/>
              <a:t>B_i</a:t>
            </a:r>
            <a:r>
              <a:rPr lang="ko-KR" altLang="en-US" sz="2000" dirty="0"/>
              <a:t>에 적힌 수들 중 최솟값을 </a:t>
            </a:r>
            <a:r>
              <a:rPr lang="ko-KR" altLang="en-US" sz="2000" dirty="0" err="1"/>
              <a:t>빼주면</a:t>
            </a:r>
            <a:r>
              <a:rPr lang="en-US" altLang="ko-KR" sz="2000" dirty="0"/>
              <a:t>?</a:t>
            </a:r>
          </a:p>
          <a:p>
            <a:pPr lvl="1"/>
            <a:r>
              <a:rPr lang="en-US" altLang="ko-KR" sz="1600" dirty="0"/>
              <a:t>{1, 0, 2}</a:t>
            </a:r>
            <a:r>
              <a:rPr lang="ko-KR" altLang="en-US" sz="1600" dirty="0"/>
              <a:t>로 동일하게 취급 가능</a:t>
            </a:r>
            <a:r>
              <a:rPr lang="en-US" altLang="ko-KR" sz="1600" dirty="0"/>
              <a:t>!</a:t>
            </a:r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415144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635AB0-1B92-09FB-037B-29E8260B4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문제 접근 </a:t>
            </a:r>
            <a:r>
              <a:rPr lang="en-US" altLang="ko-KR" sz="3600" dirty="0"/>
              <a:t>– </a:t>
            </a:r>
            <a:r>
              <a:rPr lang="ko-KR" altLang="en-US" sz="3600" dirty="0"/>
              <a:t>들어갈 수 있는 위치 찾기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AFD03D-122D-BF8D-A27A-B0C17E471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{1, 0, 2}</a:t>
            </a:r>
            <a:r>
              <a:rPr lang="ko-KR" altLang="en-US" sz="2000" dirty="0"/>
              <a:t>가 들어갈 수 있는 위치는</a:t>
            </a:r>
            <a:r>
              <a:rPr lang="en-US" altLang="ko-KR" sz="2000" dirty="0"/>
              <a:t>?</a:t>
            </a:r>
          </a:p>
          <a:p>
            <a:r>
              <a:rPr lang="ko-KR" altLang="en-US" sz="2400" dirty="0"/>
              <a:t>게임판의 모든 위치에서 모든 패턴이 들어갈 때 </a:t>
            </a:r>
            <a:r>
              <a:rPr lang="en-US" altLang="ko-KR" sz="2400" dirty="0" err="1"/>
              <a:t>G_i</a:t>
            </a:r>
            <a:r>
              <a:rPr lang="ko-KR" altLang="en-US" sz="2400" dirty="0"/>
              <a:t>를 계산하자</a:t>
            </a:r>
            <a:r>
              <a:rPr lang="en-US" altLang="ko-KR" sz="2400" dirty="0"/>
              <a:t>!</a:t>
            </a:r>
          </a:p>
          <a:p>
            <a:pPr lvl="1"/>
            <a:r>
              <a:rPr lang="ko-KR" altLang="en-US" sz="2000" dirty="0"/>
              <a:t>이때 똑같이 </a:t>
            </a:r>
            <a:r>
              <a:rPr lang="en-US" altLang="ko-KR" sz="2000" dirty="0" err="1"/>
              <a:t>G_i</a:t>
            </a:r>
            <a:r>
              <a:rPr lang="ko-KR" altLang="en-US" sz="2000" dirty="0"/>
              <a:t>에서 최솟값을 뺀 값을 저장하자</a:t>
            </a:r>
            <a:r>
              <a:rPr lang="en-US" altLang="ko-KR" sz="2000" dirty="0"/>
              <a:t>.</a:t>
            </a:r>
          </a:p>
          <a:p>
            <a:pPr lvl="1"/>
            <a:r>
              <a:rPr lang="ko-KR" altLang="en-US" sz="2000" dirty="0"/>
              <a:t>모든 조합은 총 </a:t>
            </a:r>
            <a:r>
              <a:rPr lang="en-US" altLang="ko-KR" sz="2000" dirty="0"/>
              <a:t>30 * 40 * 5 </a:t>
            </a:r>
            <a:r>
              <a:rPr lang="ko-KR" altLang="en-US" sz="2000" dirty="0"/>
              <a:t>가지이다</a:t>
            </a:r>
            <a:r>
              <a:rPr lang="en-US" altLang="ko-KR" sz="2000" dirty="0"/>
              <a:t>.</a:t>
            </a:r>
          </a:p>
          <a:p>
            <a:pPr lvl="2"/>
            <a:r>
              <a:rPr lang="ko-KR" altLang="en-US" sz="1600" dirty="0"/>
              <a:t>게임판의 크기 </a:t>
            </a:r>
            <a:r>
              <a:rPr lang="en-US" altLang="ko-KR" sz="1600" dirty="0"/>
              <a:t>* </a:t>
            </a:r>
            <a:r>
              <a:rPr lang="ko-KR" altLang="en-US" sz="1600" dirty="0"/>
              <a:t>패턴의 종류</a:t>
            </a:r>
            <a:endParaRPr lang="en-US" altLang="ko-KR" sz="1600" dirty="0"/>
          </a:p>
          <a:p>
            <a:r>
              <a:rPr lang="en-US" altLang="ko-KR" sz="2400" dirty="0"/>
              <a:t>B</a:t>
            </a:r>
            <a:r>
              <a:rPr lang="ko-KR" altLang="en-US" sz="2400" dirty="0"/>
              <a:t>와 </a:t>
            </a:r>
            <a:r>
              <a:rPr lang="en-US" altLang="ko-KR" sz="2400" dirty="0"/>
              <a:t>G</a:t>
            </a:r>
            <a:r>
              <a:rPr lang="ko-KR" altLang="en-US" sz="2400" dirty="0"/>
              <a:t>가 같다면 해당 위치에 들어갈 수 있다</a:t>
            </a:r>
            <a:r>
              <a:rPr lang="en-US" altLang="ko-KR" sz="2400" dirty="0"/>
              <a:t>!</a:t>
            </a:r>
          </a:p>
          <a:p>
            <a:r>
              <a:rPr lang="ko-KR" altLang="en-US" sz="2400" dirty="0" err="1"/>
              <a:t>해쉬를</a:t>
            </a:r>
            <a:r>
              <a:rPr lang="ko-KR" altLang="en-US" sz="2400" dirty="0"/>
              <a:t> 통해 </a:t>
            </a:r>
            <a:r>
              <a:rPr lang="en-US" altLang="ko-KR" sz="2400" dirty="0"/>
              <a:t>B</a:t>
            </a:r>
            <a:r>
              <a:rPr lang="ko-KR" altLang="en-US" sz="2400" dirty="0"/>
              <a:t>와 동일한 모든 </a:t>
            </a:r>
            <a:r>
              <a:rPr lang="en-US" altLang="ko-KR" sz="2400" dirty="0"/>
              <a:t>G</a:t>
            </a:r>
            <a:r>
              <a:rPr lang="ko-KR" altLang="en-US" sz="2400" dirty="0"/>
              <a:t>를 빠르게 찾을 수 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69189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35F46-26F4-E891-5DED-E2E005167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접근 </a:t>
            </a:r>
            <a:r>
              <a:rPr lang="en-US" altLang="ko-KR" dirty="0"/>
              <a:t>- </a:t>
            </a:r>
            <a:r>
              <a:rPr lang="ko-KR" altLang="en-US" dirty="0" err="1"/>
              <a:t>해쉬를</a:t>
            </a:r>
            <a:r>
              <a:rPr lang="ko-KR" altLang="en-US" dirty="0"/>
              <a:t> 하는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91C09C-41B2-6635-9124-24B173771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1 </a:t>
            </a:r>
            <a:r>
              <a:rPr lang="ko-KR" altLang="en-US" sz="2000" b="0" i="0" dirty="0">
                <a:effectLst/>
              </a:rPr>
              <a:t>≤ </a:t>
            </a:r>
            <a:r>
              <a:rPr lang="ko-KR" altLang="en-US" sz="2000" b="0" i="0" dirty="0" err="1">
                <a:effectLst/>
              </a:rPr>
              <a:t>게임판</a:t>
            </a:r>
            <a:r>
              <a:rPr lang="ko-KR" altLang="en-US" sz="2000" b="0" i="0" dirty="0">
                <a:effectLst/>
              </a:rPr>
              <a:t> 내의 숫자</a:t>
            </a:r>
            <a:r>
              <a:rPr lang="en-US" altLang="ko-KR" sz="2000" b="0" i="0" dirty="0">
                <a:effectLst/>
              </a:rPr>
              <a:t>, </a:t>
            </a:r>
            <a:r>
              <a:rPr lang="ko-KR" altLang="en-US" sz="2000" b="0" i="0" dirty="0">
                <a:effectLst/>
              </a:rPr>
              <a:t>퍼즐에 적힌 숫자 ≤ </a:t>
            </a:r>
            <a:r>
              <a:rPr lang="en-US" altLang="ko-KR" sz="2000" b="0" i="0" dirty="0">
                <a:effectLst/>
              </a:rPr>
              <a:t>5</a:t>
            </a:r>
          </a:p>
          <a:p>
            <a:r>
              <a:rPr lang="en-US" altLang="ko-KR" sz="2000" dirty="0"/>
              <a:t>5</a:t>
            </a:r>
            <a:r>
              <a:rPr lang="ko-KR" altLang="en-US" sz="2000" dirty="0"/>
              <a:t>진법 또는 </a:t>
            </a:r>
            <a:r>
              <a:rPr lang="en-US" altLang="ko-KR" sz="2000" dirty="0"/>
              <a:t>“&lt;&lt;=3” </a:t>
            </a:r>
            <a:r>
              <a:rPr lang="ko-KR" altLang="en-US" sz="2000" dirty="0"/>
              <a:t>을 이용한 </a:t>
            </a:r>
            <a:r>
              <a:rPr lang="en-US" altLang="ko-KR" sz="2000" dirty="0"/>
              <a:t>8</a:t>
            </a:r>
            <a:r>
              <a:rPr lang="ko-KR" altLang="en-US" sz="2000" dirty="0"/>
              <a:t>진법으로 계산</a:t>
            </a:r>
            <a:endParaRPr lang="en-US" altLang="ko-KR" sz="2000" dirty="0"/>
          </a:p>
          <a:p>
            <a:r>
              <a:rPr lang="en-US" altLang="ko-KR" sz="2000" dirty="0"/>
              <a:t>3</a:t>
            </a:r>
            <a:r>
              <a:rPr lang="ko-KR" altLang="en-US" sz="2000" dirty="0"/>
              <a:t> </a:t>
            </a:r>
            <a:r>
              <a:rPr lang="en-US" altLang="ko-KR" sz="2000" dirty="0"/>
              <a:t>X</a:t>
            </a:r>
            <a:r>
              <a:rPr lang="ko-KR" altLang="en-US" sz="2000" dirty="0"/>
              <a:t> </a:t>
            </a:r>
            <a:r>
              <a:rPr lang="en-US" altLang="ko-KR" sz="2000" dirty="0"/>
              <a:t>3</a:t>
            </a:r>
            <a:r>
              <a:rPr lang="ko-KR" altLang="en-US" sz="2000" dirty="0"/>
              <a:t>에서 가장 많은 칸을 차지하는 패턴이 </a:t>
            </a:r>
            <a:r>
              <a:rPr lang="en-US" altLang="ko-KR" sz="2000" dirty="0"/>
              <a:t>5</a:t>
            </a:r>
            <a:r>
              <a:rPr lang="ko-KR" altLang="en-US" sz="2000" dirty="0"/>
              <a:t>개의 칸을 차지하므로</a:t>
            </a:r>
            <a:r>
              <a:rPr lang="en-US" altLang="ko-KR" sz="2000" dirty="0"/>
              <a:t>, </a:t>
            </a:r>
            <a:r>
              <a:rPr lang="ko-KR" altLang="en-US" sz="2000" dirty="0"/>
              <a:t>총 </a:t>
            </a:r>
            <a:r>
              <a:rPr lang="en-US" altLang="ko-KR" sz="2000" dirty="0"/>
              <a:t>5 * 3 bit</a:t>
            </a:r>
            <a:r>
              <a:rPr lang="ko-KR" altLang="en-US" sz="2000" dirty="0"/>
              <a:t>필요</a:t>
            </a:r>
            <a:endParaRPr lang="en-US" altLang="ko-KR" sz="20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71586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78AF4-1A60-3028-44BC-28E5B568F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문제 접근 </a:t>
            </a:r>
            <a:r>
              <a:rPr lang="en-US" altLang="ko-KR" sz="3600" dirty="0"/>
              <a:t>- </a:t>
            </a:r>
            <a:r>
              <a:rPr lang="ko-KR" altLang="en-US" sz="3600" dirty="0"/>
              <a:t>들어갈 수 있는 </a:t>
            </a:r>
            <a:r>
              <a:rPr lang="ko-KR" altLang="en-US" sz="3600" dirty="0" err="1"/>
              <a:t>위치중</a:t>
            </a:r>
            <a:r>
              <a:rPr lang="ko-KR" altLang="en-US" sz="3600" dirty="0"/>
              <a:t> 최소 위치 찾기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69F39B-FA73-E7D0-113B-CE0F5649F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 err="1"/>
              <a:t>init</a:t>
            </a:r>
            <a:r>
              <a:rPr lang="ko-KR" altLang="en-US" sz="2000" dirty="0"/>
              <a:t>함수에서 </a:t>
            </a:r>
            <a:r>
              <a:rPr lang="en-US" altLang="ko-KR" sz="2000" dirty="0"/>
              <a:t>40 * 30 * 5</a:t>
            </a:r>
            <a:r>
              <a:rPr lang="ko-KR" altLang="en-US" sz="2000" dirty="0"/>
              <a:t>의 모든 조합을 계산한 후</a:t>
            </a:r>
            <a:r>
              <a:rPr lang="en-US" altLang="ko-KR" sz="2000" dirty="0"/>
              <a:t>, </a:t>
            </a:r>
            <a:r>
              <a:rPr lang="ko-KR" altLang="en-US" sz="2000" dirty="0"/>
              <a:t>각 패턴의 각 </a:t>
            </a:r>
            <a:r>
              <a:rPr lang="ko-KR" altLang="en-US" sz="2000" dirty="0" err="1"/>
              <a:t>해쉬값마다</a:t>
            </a:r>
            <a:r>
              <a:rPr lang="ko-KR" altLang="en-US" sz="2000" dirty="0"/>
              <a:t> 들어갈 수 있는 모든 위치를 정렬해두자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블록을 끼워 넣을 때는 최소 위치부터 순회하다가</a:t>
            </a:r>
            <a:r>
              <a:rPr lang="en-US" altLang="ko-KR" sz="2000" dirty="0"/>
              <a:t>, </a:t>
            </a:r>
            <a:r>
              <a:rPr lang="ko-KR" altLang="en-US" sz="2000" dirty="0"/>
              <a:t>들어갈 수 없으면 버린다</a:t>
            </a:r>
            <a:r>
              <a:rPr lang="en-US" altLang="ko-KR" sz="2000" dirty="0"/>
              <a:t>.</a:t>
            </a:r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98363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5AA27-8148-F18F-30DD-A47DC6319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접근 </a:t>
            </a:r>
            <a:r>
              <a:rPr lang="en-US" altLang="ko-KR" dirty="0"/>
              <a:t>- </a:t>
            </a:r>
            <a:r>
              <a:rPr lang="en-US" altLang="ko-KR" dirty="0" err="1"/>
              <a:t>clearPuzzle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AFEE1E-3439-6661-C239-A60FF7754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 err="1"/>
              <a:t>init</a:t>
            </a:r>
            <a:r>
              <a:rPr lang="ko-KR" altLang="en-US" sz="2000" dirty="0"/>
              <a:t>함수를 다시 호출하여 구현하면</a:t>
            </a:r>
            <a:r>
              <a:rPr lang="en-US" altLang="ko-KR" sz="2000" dirty="0"/>
              <a:t>?</a:t>
            </a:r>
          </a:p>
          <a:p>
            <a:r>
              <a:rPr lang="en-US" altLang="ko-KR" sz="2000" dirty="0"/>
              <a:t>30 * 40 * 5</a:t>
            </a:r>
            <a:r>
              <a:rPr lang="ko-KR" altLang="en-US" sz="2000" dirty="0"/>
              <a:t>개의 조합마다</a:t>
            </a:r>
            <a:r>
              <a:rPr lang="en-US" altLang="ko-KR" sz="2000" dirty="0"/>
              <a:t>, hash</a:t>
            </a:r>
            <a:r>
              <a:rPr lang="ko-KR" altLang="en-US" sz="2000" dirty="0"/>
              <a:t>값을 계산하므로</a:t>
            </a:r>
            <a:r>
              <a:rPr lang="en-US" altLang="ko-KR" sz="2000" dirty="0"/>
              <a:t> 30 * 40 * 5 * 5</a:t>
            </a:r>
            <a:r>
              <a:rPr lang="ko-KR" altLang="en-US" sz="2000" dirty="0"/>
              <a:t>의 </a:t>
            </a:r>
            <a:r>
              <a:rPr lang="ko-KR" altLang="en-US" sz="2000" dirty="0" err="1"/>
              <a:t>계산량</a:t>
            </a:r>
            <a:r>
              <a:rPr lang="ko-KR" altLang="en-US" sz="2000" dirty="0"/>
              <a:t> 필요</a:t>
            </a:r>
            <a:endParaRPr lang="en-US" altLang="ko-KR" sz="2000" dirty="0"/>
          </a:p>
          <a:p>
            <a:r>
              <a:rPr lang="en-US" altLang="ko-KR" sz="2000" dirty="0" err="1"/>
              <a:t>clearPuzzles</a:t>
            </a:r>
            <a:r>
              <a:rPr lang="en-US" altLang="ko-KR" sz="2000" dirty="0"/>
              <a:t>()</a:t>
            </a:r>
            <a:r>
              <a:rPr lang="ko-KR" altLang="en-US" sz="2000" dirty="0"/>
              <a:t>함수는 최대 </a:t>
            </a:r>
            <a:r>
              <a:rPr lang="en-US" altLang="ko-KR" sz="2000" dirty="0"/>
              <a:t>1,000 </a:t>
            </a:r>
            <a:r>
              <a:rPr lang="ko-KR" altLang="en-US" sz="2000" dirty="0"/>
              <a:t>회 호출된다</a:t>
            </a:r>
            <a:r>
              <a:rPr lang="en-US" altLang="ko-KR" sz="2000" dirty="0"/>
              <a:t>.</a:t>
            </a:r>
          </a:p>
          <a:p>
            <a:pPr lvl="1"/>
            <a:r>
              <a:rPr lang="en-US" altLang="ko-KR" sz="1600" dirty="0">
                <a:sym typeface="Wingdings" panose="05000000000000000000" pitchFamily="2" charset="2"/>
              </a:rPr>
              <a:t> </a:t>
            </a:r>
            <a:r>
              <a:rPr lang="ko-KR" altLang="en-US" sz="1600" dirty="0">
                <a:sym typeface="Wingdings" panose="05000000000000000000" pitchFamily="2" charset="2"/>
              </a:rPr>
              <a:t>총 </a:t>
            </a:r>
            <a:r>
              <a:rPr lang="ko-KR" altLang="en-US" sz="1600" dirty="0" err="1">
                <a:sym typeface="Wingdings" panose="05000000000000000000" pitchFamily="2" charset="2"/>
              </a:rPr>
              <a:t>계산량</a:t>
            </a:r>
            <a:r>
              <a:rPr lang="ko-KR" altLang="en-US" sz="1600" dirty="0"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sym typeface="Wingdings" panose="05000000000000000000" pitchFamily="2" charset="2"/>
              </a:rPr>
              <a:t>= 1000 * 30 * 40 * 5 * 5 = 30,000,000</a:t>
            </a:r>
          </a:p>
          <a:p>
            <a:r>
              <a:rPr lang="en-US" altLang="ko-KR" sz="2000" dirty="0" err="1">
                <a:sym typeface="Wingdings" panose="05000000000000000000" pitchFamily="2" charset="2"/>
              </a:rPr>
              <a:t>init</a:t>
            </a:r>
            <a:r>
              <a:rPr lang="ko-KR" altLang="en-US" sz="2000" dirty="0">
                <a:sym typeface="Wingdings" panose="05000000000000000000" pitchFamily="2" charset="2"/>
              </a:rPr>
              <a:t>함수에서 계산한 </a:t>
            </a:r>
            <a:r>
              <a:rPr lang="en-US" altLang="ko-KR" sz="2000" dirty="0">
                <a:sym typeface="Wingdings" panose="05000000000000000000" pitchFamily="2" charset="2"/>
              </a:rPr>
              <a:t>30 * 40 * 5</a:t>
            </a:r>
            <a:r>
              <a:rPr lang="ko-KR" altLang="en-US" sz="2000" dirty="0">
                <a:sym typeface="Wingdings" panose="05000000000000000000" pitchFamily="2" charset="2"/>
              </a:rPr>
              <a:t>개의 조합을 미리 저장 </a:t>
            </a:r>
            <a:r>
              <a:rPr lang="ko-KR" altLang="en-US" sz="2000" dirty="0" err="1">
                <a:sym typeface="Wingdings" panose="05000000000000000000" pitchFamily="2" charset="2"/>
              </a:rPr>
              <a:t>해둔다면</a:t>
            </a:r>
            <a:r>
              <a:rPr lang="en-US" altLang="ko-KR" sz="2000" dirty="0">
                <a:sym typeface="Wingdings" panose="05000000000000000000" pitchFamily="2" charset="2"/>
              </a:rPr>
              <a:t>?</a:t>
            </a:r>
          </a:p>
          <a:p>
            <a:pPr lvl="1"/>
            <a:r>
              <a:rPr lang="en-US" altLang="ko-KR" sz="1600" dirty="0">
                <a:sym typeface="Wingdings" panose="05000000000000000000" pitchFamily="2" charset="2"/>
              </a:rPr>
              <a:t> </a:t>
            </a:r>
            <a:r>
              <a:rPr lang="ko-KR" altLang="en-US" sz="1600" dirty="0">
                <a:sym typeface="Wingdings" panose="05000000000000000000" pitchFamily="2" charset="2"/>
              </a:rPr>
              <a:t>총 </a:t>
            </a:r>
            <a:r>
              <a:rPr lang="ko-KR" altLang="en-US" sz="1600" dirty="0" err="1">
                <a:sym typeface="Wingdings" panose="05000000000000000000" pitchFamily="2" charset="2"/>
              </a:rPr>
              <a:t>계산량</a:t>
            </a:r>
            <a:r>
              <a:rPr lang="ko-KR" altLang="en-US" sz="1600" dirty="0"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sym typeface="Wingdings" panose="05000000000000000000" pitchFamily="2" charset="2"/>
              </a:rPr>
              <a:t>= 1000 * 30 * 40 * 5 = 6,000,000</a:t>
            </a:r>
          </a:p>
          <a:p>
            <a:pPr lvl="1"/>
            <a:r>
              <a:rPr lang="ko-KR" altLang="en-US" sz="1600" dirty="0">
                <a:sym typeface="Wingdings" panose="05000000000000000000" pitchFamily="2" charset="2"/>
              </a:rPr>
              <a:t>더 빠르다</a:t>
            </a:r>
            <a:r>
              <a:rPr lang="en-US" altLang="ko-KR" sz="1600" dirty="0">
                <a:sym typeface="Wingdings" panose="05000000000000000000" pitchFamily="2" charset="2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39724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D84DD-E5DC-103F-7598-6C1F23FBD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문제 접근 </a:t>
            </a:r>
            <a:r>
              <a:rPr lang="en-US" altLang="ko-KR" sz="3600" dirty="0"/>
              <a:t>– </a:t>
            </a:r>
            <a:r>
              <a:rPr lang="ko-KR" altLang="en-US" sz="3600" dirty="0"/>
              <a:t>조각의 패턴 판단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0F1AB2-921E-2477-DF17-BBB406193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 err="1"/>
              <a:t>putPuzzle</a:t>
            </a:r>
            <a:r>
              <a:rPr lang="ko-KR" altLang="en-US" sz="2000" dirty="0"/>
              <a:t>의 인자로 들어온 배열이 어떤 패턴인지 어떻게 알아낼 수 있을까</a:t>
            </a:r>
            <a:r>
              <a:rPr lang="en-US" altLang="ko-KR" sz="2000" dirty="0"/>
              <a:t>?</a:t>
            </a:r>
          </a:p>
          <a:p>
            <a:r>
              <a:rPr lang="ko-KR" altLang="en-US" sz="2000" dirty="0"/>
              <a:t>방법</a:t>
            </a:r>
            <a:r>
              <a:rPr lang="en-US" altLang="ko-KR" sz="2000" dirty="0"/>
              <a:t>1</a:t>
            </a:r>
          </a:p>
          <a:p>
            <a:pPr lvl="1"/>
            <a:r>
              <a:rPr lang="ko-KR" altLang="en-US" sz="1600" dirty="0"/>
              <a:t>길이가 </a:t>
            </a:r>
            <a:r>
              <a:rPr lang="en-US" altLang="ko-KR" sz="1600" dirty="0"/>
              <a:t>9</a:t>
            </a:r>
            <a:r>
              <a:rPr lang="ko-KR" altLang="en-US" sz="1600" dirty="0"/>
              <a:t>인 </a:t>
            </a:r>
            <a:r>
              <a:rPr lang="en-US" altLang="ko-KR" sz="1600" dirty="0"/>
              <a:t>bit</a:t>
            </a:r>
            <a:r>
              <a:rPr lang="ko-KR" altLang="en-US" sz="1600" dirty="0"/>
              <a:t>를 모양과 대응시켜 둔다</a:t>
            </a:r>
            <a:r>
              <a:rPr lang="en-US" altLang="ko-KR" sz="1600" dirty="0"/>
              <a:t>.</a:t>
            </a:r>
          </a:p>
          <a:p>
            <a:r>
              <a:rPr lang="ko-KR" altLang="en-US" sz="2000" dirty="0"/>
              <a:t>방법</a:t>
            </a:r>
            <a:r>
              <a:rPr lang="en-US" altLang="ko-KR" sz="2000" dirty="0"/>
              <a:t>2</a:t>
            </a:r>
          </a:p>
          <a:p>
            <a:pPr lvl="1"/>
            <a:r>
              <a:rPr lang="ko-KR" altLang="en-US" sz="1600" dirty="0"/>
              <a:t>각 패턴마다 이 패턴이 맞는지 확인하자</a:t>
            </a:r>
            <a:r>
              <a:rPr lang="en-US" altLang="ko-KR" sz="1600" dirty="0"/>
              <a:t>.</a:t>
            </a:r>
          </a:p>
          <a:p>
            <a:pPr lvl="2"/>
            <a:r>
              <a:rPr lang="en-US" altLang="ko-KR" sz="1600" dirty="0"/>
              <a:t>0</a:t>
            </a:r>
            <a:r>
              <a:rPr lang="ko-KR" altLang="en-US" sz="1600" dirty="0"/>
              <a:t>이 들어가야 하는 위치 </a:t>
            </a:r>
            <a:r>
              <a:rPr lang="en-US" altLang="ko-KR" sz="1600" dirty="0"/>
              <a:t>&amp; 0</a:t>
            </a:r>
            <a:r>
              <a:rPr lang="ko-KR" altLang="en-US" sz="1600" dirty="0"/>
              <a:t>이 아니어야 하는 위치 모두 확인</a:t>
            </a:r>
            <a:endParaRPr lang="en-US" altLang="ko-KR" sz="1600" dirty="0"/>
          </a:p>
          <a:p>
            <a:pPr lvl="2"/>
            <a:r>
              <a:rPr lang="en-US" altLang="ko-KR" sz="1600" dirty="0"/>
              <a:t>0</a:t>
            </a:r>
            <a:r>
              <a:rPr lang="ko-KR" altLang="en-US" sz="1600" dirty="0"/>
              <a:t>이 아닌 위치가 많은 모양부터 확인하면</a:t>
            </a:r>
            <a:r>
              <a:rPr lang="en-US" altLang="ko-KR" sz="1600" dirty="0"/>
              <a:t>? </a:t>
            </a:r>
            <a:r>
              <a:rPr lang="en-US" altLang="ko-KR" sz="1600" dirty="0">
                <a:sym typeface="Wingdings" panose="05000000000000000000" pitchFamily="2" charset="2"/>
              </a:rPr>
              <a:t> 0</a:t>
            </a:r>
            <a:r>
              <a:rPr lang="ko-KR" altLang="en-US" sz="1600" dirty="0">
                <a:sym typeface="Wingdings" panose="05000000000000000000" pitchFamily="2" charset="2"/>
              </a:rPr>
              <a:t>이 아니어야 하는 위치만 확인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450483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227E45B-51CB-B257-E35A-CB5248E3F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ko-KR" altLang="en-US" dirty="0"/>
              <a:t>문제 구현 </a:t>
            </a:r>
            <a:r>
              <a:rPr lang="en-US" altLang="ko-KR" dirty="0"/>
              <a:t>– </a:t>
            </a:r>
            <a:r>
              <a:rPr lang="en-US" altLang="ko-KR" dirty="0" err="1"/>
              <a:t>init</a:t>
            </a:r>
            <a:endParaRPr lang="ko-KR" altLang="en-US" dirty="0"/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C5FBF2C-5EF3-346E-3917-251F1C757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ko-KR" altLang="en-US" sz="1800" dirty="0"/>
              <a:t>게임판의 모든 위치와 모든 패턴을 순회하면서</a:t>
            </a:r>
            <a:endParaRPr lang="en-US" altLang="ko-KR" sz="1800" dirty="0"/>
          </a:p>
          <a:p>
            <a:r>
              <a:rPr lang="ko-KR" altLang="en-US" sz="1800" dirty="0"/>
              <a:t>그 패턴에서 최솟값을 찾아준다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/>
              <a:t>패턴의 값에서 최솟값을 뺀 값을 </a:t>
            </a:r>
            <a:r>
              <a:rPr lang="ko-KR" altLang="en-US" sz="1800" dirty="0" err="1"/>
              <a:t>해싱한다</a:t>
            </a:r>
            <a:r>
              <a:rPr lang="en-US" altLang="ko-KR" sz="1800" dirty="0"/>
              <a:t>.</a:t>
            </a:r>
          </a:p>
          <a:p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r>
              <a:rPr lang="ko-KR" altLang="en-US" sz="1800" dirty="0"/>
              <a:t>해당 패턴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해쉬값을</a:t>
            </a:r>
            <a:r>
              <a:rPr lang="ko-KR" altLang="en-US" sz="1800" dirty="0"/>
              <a:t> 갖는 위치들을 하나의 벡터에 모아준다</a:t>
            </a:r>
            <a:r>
              <a:rPr lang="en-US" altLang="ko-KR" sz="1800" dirty="0"/>
              <a:t>.</a:t>
            </a:r>
            <a:r>
              <a:rPr lang="ko-KR" altLang="en-US" sz="1800" dirty="0"/>
              <a:t>이 후 정렬한다</a:t>
            </a:r>
            <a:r>
              <a:rPr lang="en-US" altLang="ko-KR" sz="1800" dirty="0"/>
              <a:t>.</a:t>
            </a:r>
            <a:endParaRPr lang="en-US" sz="1800" dirty="0"/>
          </a:p>
        </p:txBody>
      </p:sp>
      <p:pic>
        <p:nvPicPr>
          <p:cNvPr id="5" name="내용 개체 틀 4" descr="텍스트, 스크린샷, 디스플레이, 멀티미디어이(가) 표시된 사진&#10;&#10;자동 생성된 설명">
            <a:extLst>
              <a:ext uri="{FF2B5EF4-FFF2-40B4-BE49-F238E27FC236}">
                <a16:creationId xmlns:a16="http://schemas.microsoft.com/office/drawing/2014/main" id="{527A7B4C-E4BE-6E97-2475-A03B279266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7" b="-3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07260A5-29F3-5930-BC0F-CB50D86163D7}"/>
              </a:ext>
            </a:extLst>
          </p:cNvPr>
          <p:cNvCxnSpPr/>
          <p:nvPr/>
        </p:nvCxnSpPr>
        <p:spPr>
          <a:xfrm>
            <a:off x="4177717" y="2592198"/>
            <a:ext cx="4320331" cy="1384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5E7B591-50A5-74F6-94F0-C225855ADF39}"/>
              </a:ext>
            </a:extLst>
          </p:cNvPr>
          <p:cNvCxnSpPr>
            <a:cxnSpLocks/>
          </p:cNvCxnSpPr>
          <p:nvPr/>
        </p:nvCxnSpPr>
        <p:spPr>
          <a:xfrm>
            <a:off x="5327009" y="4135772"/>
            <a:ext cx="3171039" cy="88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AD38E35-DA04-851B-4DF4-54F51EED3C7A}"/>
              </a:ext>
            </a:extLst>
          </p:cNvPr>
          <p:cNvCxnSpPr/>
          <p:nvPr/>
        </p:nvCxnSpPr>
        <p:spPr>
          <a:xfrm>
            <a:off x="7080308" y="5176456"/>
            <a:ext cx="1098958" cy="393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4192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D0B4BA1-8B50-FD04-D7C3-5E0B34345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ko-KR" altLang="en-US" sz="3600" dirty="0"/>
              <a:t>문제 구현 </a:t>
            </a:r>
            <a:r>
              <a:rPr lang="en-US" altLang="ko-KR" sz="3600" dirty="0"/>
              <a:t>- </a:t>
            </a:r>
            <a:r>
              <a:rPr lang="en-US" altLang="ko-KR" sz="3600" dirty="0" err="1"/>
              <a:t>putPuzzle</a:t>
            </a:r>
            <a:endParaRPr lang="ko-KR" altLang="en-US" sz="3600" dirty="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A2F3C49-1082-D7A8-761D-123161BB5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ko-KR" altLang="en-US" sz="1800" dirty="0"/>
              <a:t>해당 패턴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해쉬값을</a:t>
            </a:r>
            <a:r>
              <a:rPr lang="ko-KR" altLang="en-US" sz="1800" dirty="0"/>
              <a:t> 갖는 모든 위치를 저장한 벡터를 가져온다</a:t>
            </a:r>
            <a:r>
              <a:rPr lang="en-US" altLang="ko-KR" sz="1800" dirty="0"/>
              <a:t>.</a:t>
            </a:r>
            <a:r>
              <a:rPr lang="ko-KR" altLang="en-US" sz="1800" dirty="0"/>
              <a:t> </a:t>
            </a:r>
            <a:endParaRPr lang="en-US" altLang="ko-KR" sz="1800" dirty="0"/>
          </a:p>
          <a:p>
            <a:r>
              <a:rPr lang="ko-KR" altLang="en-US" sz="1800" dirty="0"/>
              <a:t>이 벡터에서 하나씩 빼면서 해당 위치에 이미 다른 블록이 놓여져 있는지 확인한다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만약 이 블록을 놓을 수 있다면 </a:t>
            </a:r>
            <a:r>
              <a:rPr lang="ko-KR" altLang="en-US" sz="1800" dirty="0" err="1"/>
              <a:t>놓았다라고</a:t>
            </a:r>
            <a:r>
              <a:rPr lang="ko-KR" altLang="en-US" sz="1800" dirty="0"/>
              <a:t> </a:t>
            </a:r>
            <a:r>
              <a:rPr lang="en-US" altLang="ko-KR" sz="1800" dirty="0" err="1"/>
              <a:t>boolean</a:t>
            </a:r>
            <a:r>
              <a:rPr lang="ko-KR" altLang="en-US" sz="1800" dirty="0"/>
              <a:t>변수를 세팅해준다</a:t>
            </a:r>
            <a:r>
              <a:rPr lang="en-US" altLang="ko-KR" sz="1800" dirty="0"/>
              <a:t>.</a:t>
            </a:r>
            <a:endParaRPr lang="en-US" sz="1800" dirty="0"/>
          </a:p>
        </p:txBody>
      </p:sp>
      <p:pic>
        <p:nvPicPr>
          <p:cNvPr id="5" name="내용 개체 틀 4" descr="텍스트, 스크린샷, 디스플레이, 멀티미디어이(가) 표시된 사진&#10;&#10;자동 생성된 설명">
            <a:extLst>
              <a:ext uri="{FF2B5EF4-FFF2-40B4-BE49-F238E27FC236}">
                <a16:creationId xmlns:a16="http://schemas.microsoft.com/office/drawing/2014/main" id="{EF26C536-698A-F054-EDB1-8DA80A740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670" y="640080"/>
            <a:ext cx="5103723" cy="5577840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5485CF40-F536-22D6-6238-F37BAF8C1B00}"/>
              </a:ext>
            </a:extLst>
          </p:cNvPr>
          <p:cNvCxnSpPr/>
          <p:nvPr/>
        </p:nvCxnSpPr>
        <p:spPr>
          <a:xfrm flipV="1">
            <a:off x="5226341" y="1585519"/>
            <a:ext cx="1770077" cy="1342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CDBEECC-8B9A-2F71-3444-DA2C26AA59BE}"/>
              </a:ext>
            </a:extLst>
          </p:cNvPr>
          <p:cNvCxnSpPr/>
          <p:nvPr/>
        </p:nvCxnSpPr>
        <p:spPr>
          <a:xfrm flipV="1">
            <a:off x="5318620" y="2927758"/>
            <a:ext cx="2416030" cy="687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E0B6FAD-555A-BBFC-5F6C-53F8AFE0C6E9}"/>
              </a:ext>
            </a:extLst>
          </p:cNvPr>
          <p:cNvCxnSpPr/>
          <p:nvPr/>
        </p:nvCxnSpPr>
        <p:spPr>
          <a:xfrm>
            <a:off x="5449824" y="4194495"/>
            <a:ext cx="1882154" cy="327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6460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F54EEFC-71E7-96F8-994D-7ECD06109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ko-KR" altLang="en-US" sz="3700"/>
              <a:t>문제 구현 </a:t>
            </a:r>
            <a:r>
              <a:rPr lang="en-US" altLang="ko-KR" sz="3700"/>
              <a:t>clearPuzzles</a:t>
            </a:r>
            <a:endParaRPr lang="ko-KR" altLang="en-US" sz="370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10">
            <a:extLst>
              <a:ext uri="{FF2B5EF4-FFF2-40B4-BE49-F238E27FC236}">
                <a16:creationId xmlns:a16="http://schemas.microsoft.com/office/drawing/2014/main" id="{FED6C135-7035-14FC-E86F-625FDE927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r>
              <a:rPr lang="en-US" sz="2000" dirty="0" err="1"/>
              <a:t>init</a:t>
            </a:r>
            <a:r>
              <a:rPr lang="ko-KR" altLang="en-US" sz="2000" dirty="0"/>
              <a:t>함수에서 블록이 놓일 수 있는 위치를 캡처해 둔다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블록이 놓였는지 확인하는 </a:t>
            </a:r>
            <a:r>
              <a:rPr lang="en-US" altLang="ko-KR" sz="2000" dirty="0" err="1"/>
              <a:t>boolean</a:t>
            </a:r>
            <a:r>
              <a:rPr lang="ko-KR" altLang="en-US" sz="2000" dirty="0"/>
              <a:t>변수를 초기화 하고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캡처해둔</a:t>
            </a:r>
            <a:r>
              <a:rPr lang="ko-KR" altLang="en-US" sz="2000" dirty="0"/>
              <a:t> 벡터를 가져온다</a:t>
            </a:r>
            <a:r>
              <a:rPr lang="en-US" altLang="ko-KR" sz="2000" dirty="0"/>
              <a:t>.</a:t>
            </a:r>
            <a:endParaRPr lang="en-US" sz="20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그림 6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874BA7F8-0399-4500-6A40-6F9DD6D78A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423" y="956287"/>
            <a:ext cx="4397433" cy="1769966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내용 개체 틀 4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A9A871C2-2AB0-CA73-F852-1DE51BE42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839" y="3707894"/>
            <a:ext cx="3522736" cy="2518756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C1506D9-88D6-1B8D-3053-4C19C302BF17}"/>
              </a:ext>
            </a:extLst>
          </p:cNvPr>
          <p:cNvCxnSpPr>
            <a:cxnSpLocks/>
          </p:cNvCxnSpPr>
          <p:nvPr/>
        </p:nvCxnSpPr>
        <p:spPr>
          <a:xfrm flipV="1">
            <a:off x="5570290" y="2123821"/>
            <a:ext cx="2323750" cy="1756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BDC691B-512B-89D8-1389-4C18FD15E826}"/>
              </a:ext>
            </a:extLst>
          </p:cNvPr>
          <p:cNvCxnSpPr/>
          <p:nvPr/>
        </p:nvCxnSpPr>
        <p:spPr>
          <a:xfrm>
            <a:off x="5640151" y="4706224"/>
            <a:ext cx="2732062" cy="453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035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639872-188A-F2FD-754B-B1AB0655F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Q&amp;A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3544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666</Words>
  <Application>Microsoft Office PowerPoint</Application>
  <PresentationFormat>와이드스크린</PresentationFormat>
  <Paragraphs>71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Wingdings</vt:lpstr>
      <vt:lpstr>Office 테마</vt:lpstr>
      <vt:lpstr>숫자조각게임</vt:lpstr>
      <vt:lpstr>문제 소개</vt:lpstr>
      <vt:lpstr>문제 소개 - 제한</vt:lpstr>
      <vt:lpstr>문제 접근 – 규칙1</vt:lpstr>
      <vt:lpstr>문제 접근 – 들어갈 수 있는 위치 찾기</vt:lpstr>
      <vt:lpstr>문제 접근 - 해쉬를 하는 방법</vt:lpstr>
      <vt:lpstr>문제 접근 - 들어갈 수 있는 위치중 최소 위치 찾기</vt:lpstr>
      <vt:lpstr>문제 접근 - clearPuzzle</vt:lpstr>
      <vt:lpstr>문제 접근 – 조각의 패턴 판단</vt:lpstr>
      <vt:lpstr>문제 구현 – init</vt:lpstr>
      <vt:lpstr>문제 구현 - putPuzzle</vt:lpstr>
      <vt:lpstr>문제 구현 clearPuzzles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숫자조각게임</dc:title>
  <dc:creator>이승재</dc:creator>
  <cp:lastModifiedBy>이승재</cp:lastModifiedBy>
  <cp:revision>1</cp:revision>
  <dcterms:created xsi:type="dcterms:W3CDTF">2024-01-26T07:21:46Z</dcterms:created>
  <dcterms:modified xsi:type="dcterms:W3CDTF">2024-01-26T08:19:30Z</dcterms:modified>
</cp:coreProperties>
</file>