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9D004C-F2CB-44EF-961D-BD71BCC36504}" v="20" dt="2024-01-23T08:46:44.8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4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승재" userId="1d7995c1-5f7c-4e08-b977-e3b2be4af101" providerId="ADAL" clId="{BB9D004C-F2CB-44EF-961D-BD71BCC36504}"/>
    <pc:docChg chg="undo redo custSel addSld modSld">
      <pc:chgData name="이승재" userId="1d7995c1-5f7c-4e08-b977-e3b2be4af101" providerId="ADAL" clId="{BB9D004C-F2CB-44EF-961D-BD71BCC36504}" dt="2024-01-23T08:51:05.879" v="5151" actId="20577"/>
      <pc:docMkLst>
        <pc:docMk/>
      </pc:docMkLst>
      <pc:sldChg chg="addSp modSp new mod">
        <pc:chgData name="이승재" userId="1d7995c1-5f7c-4e08-b977-e3b2be4af101" providerId="ADAL" clId="{BB9D004C-F2CB-44EF-961D-BD71BCC36504}" dt="2024-01-23T07:18:13.945" v="106"/>
        <pc:sldMkLst>
          <pc:docMk/>
          <pc:sldMk cId="2880349031" sldId="256"/>
        </pc:sldMkLst>
        <pc:spChg chg="mod">
          <ac:chgData name="이승재" userId="1d7995c1-5f7c-4e08-b977-e3b2be4af101" providerId="ADAL" clId="{BB9D004C-F2CB-44EF-961D-BD71BCC36504}" dt="2024-01-23T07:17:10.780" v="16" actId="20577"/>
          <ac:spMkLst>
            <pc:docMk/>
            <pc:sldMk cId="2880349031" sldId="256"/>
            <ac:spMk id="2" creationId="{036F91F5-2107-2FF7-CF1F-E9621FD26059}"/>
          </ac:spMkLst>
        </pc:spChg>
        <pc:spChg chg="mod">
          <ac:chgData name="이승재" userId="1d7995c1-5f7c-4e08-b977-e3b2be4af101" providerId="ADAL" clId="{BB9D004C-F2CB-44EF-961D-BD71BCC36504}" dt="2024-01-23T07:17:49.996" v="105" actId="20577"/>
          <ac:spMkLst>
            <pc:docMk/>
            <pc:sldMk cId="2880349031" sldId="256"/>
            <ac:spMk id="3" creationId="{CEB28728-B654-E720-EAE0-970840F3A623}"/>
          </ac:spMkLst>
        </pc:spChg>
        <pc:spChg chg="add mod">
          <ac:chgData name="이승재" userId="1d7995c1-5f7c-4e08-b977-e3b2be4af101" providerId="ADAL" clId="{BB9D004C-F2CB-44EF-961D-BD71BCC36504}" dt="2024-01-23T07:18:13.945" v="106"/>
          <ac:spMkLst>
            <pc:docMk/>
            <pc:sldMk cId="2880349031" sldId="256"/>
            <ac:spMk id="4" creationId="{9CE09A9C-11F3-F58A-6B3D-C4984D283160}"/>
          </ac:spMkLst>
        </pc:spChg>
      </pc:sldChg>
      <pc:sldChg chg="addSp delSp modSp new mod">
        <pc:chgData name="이승재" userId="1d7995c1-5f7c-4e08-b977-e3b2be4af101" providerId="ADAL" clId="{BB9D004C-F2CB-44EF-961D-BD71BCC36504}" dt="2024-01-23T07:24:07.769" v="572" actId="1076"/>
        <pc:sldMkLst>
          <pc:docMk/>
          <pc:sldMk cId="266837439" sldId="257"/>
        </pc:sldMkLst>
        <pc:spChg chg="mod">
          <ac:chgData name="이승재" userId="1d7995c1-5f7c-4e08-b977-e3b2be4af101" providerId="ADAL" clId="{BB9D004C-F2CB-44EF-961D-BD71BCC36504}" dt="2024-01-23T07:24:07.769" v="572" actId="1076"/>
          <ac:spMkLst>
            <pc:docMk/>
            <pc:sldMk cId="266837439" sldId="257"/>
            <ac:spMk id="2" creationId="{9F1C4494-A92D-4F7F-C3EB-D59DA6782B46}"/>
          </ac:spMkLst>
        </pc:spChg>
        <pc:spChg chg="add del">
          <ac:chgData name="이승재" userId="1d7995c1-5f7c-4e08-b977-e3b2be4af101" providerId="ADAL" clId="{BB9D004C-F2CB-44EF-961D-BD71BCC36504}" dt="2024-01-23T07:20:39.169" v="134" actId="3680"/>
          <ac:spMkLst>
            <pc:docMk/>
            <pc:sldMk cId="266837439" sldId="257"/>
            <ac:spMk id="3" creationId="{7B88A5E7-23D4-E4FC-4C32-33B87926677E}"/>
          </ac:spMkLst>
        </pc:spChg>
        <pc:spChg chg="add mod">
          <ac:chgData name="이승재" userId="1d7995c1-5f7c-4e08-b977-e3b2be4af101" providerId="ADAL" clId="{BB9D004C-F2CB-44EF-961D-BD71BCC36504}" dt="2024-01-23T07:23:39.239" v="570" actId="1076"/>
          <ac:spMkLst>
            <pc:docMk/>
            <pc:sldMk cId="266837439" sldId="257"/>
            <ac:spMk id="6" creationId="{78993282-D989-B2AE-47FC-56ECB3C3C88A}"/>
          </ac:spMkLst>
        </pc:spChg>
        <pc:graphicFrameChg chg="add del mod ord modGraphic">
          <ac:chgData name="이승재" userId="1d7995c1-5f7c-4e08-b977-e3b2be4af101" providerId="ADAL" clId="{BB9D004C-F2CB-44EF-961D-BD71BCC36504}" dt="2024-01-23T07:20:32.670" v="133" actId="3680"/>
          <ac:graphicFrameMkLst>
            <pc:docMk/>
            <pc:sldMk cId="266837439" sldId="257"/>
            <ac:graphicFrameMk id="4" creationId="{F4CF6B99-C564-F469-A85B-6470732D2572}"/>
          </ac:graphicFrameMkLst>
        </pc:graphicFrameChg>
        <pc:graphicFrameChg chg="add mod ord modGraphic">
          <ac:chgData name="이승재" userId="1d7995c1-5f7c-4e08-b977-e3b2be4af101" providerId="ADAL" clId="{BB9D004C-F2CB-44EF-961D-BD71BCC36504}" dt="2024-01-23T07:24:00.727" v="571" actId="242"/>
          <ac:graphicFrameMkLst>
            <pc:docMk/>
            <pc:sldMk cId="266837439" sldId="257"/>
            <ac:graphicFrameMk id="5" creationId="{06C854D5-C41F-7C41-452E-AEE77C0FFE15}"/>
          </ac:graphicFrameMkLst>
        </pc:graphicFrameChg>
      </pc:sldChg>
      <pc:sldChg chg="addSp delSp modSp new mod">
        <pc:chgData name="이승재" userId="1d7995c1-5f7c-4e08-b977-e3b2be4af101" providerId="ADAL" clId="{BB9D004C-F2CB-44EF-961D-BD71BCC36504}" dt="2024-01-23T07:27:17.261" v="877" actId="122"/>
        <pc:sldMkLst>
          <pc:docMk/>
          <pc:sldMk cId="3524202608" sldId="258"/>
        </pc:sldMkLst>
        <pc:spChg chg="mod">
          <ac:chgData name="이승재" userId="1d7995c1-5f7c-4e08-b977-e3b2be4af101" providerId="ADAL" clId="{BB9D004C-F2CB-44EF-961D-BD71BCC36504}" dt="2024-01-23T07:24:38.376" v="598" actId="20577"/>
          <ac:spMkLst>
            <pc:docMk/>
            <pc:sldMk cId="3524202608" sldId="258"/>
            <ac:spMk id="2" creationId="{8CDCFFB5-A8BC-BA39-1924-F33BB01E7A86}"/>
          </ac:spMkLst>
        </pc:spChg>
        <pc:spChg chg="del mod">
          <ac:chgData name="이승재" userId="1d7995c1-5f7c-4e08-b977-e3b2be4af101" providerId="ADAL" clId="{BB9D004C-F2CB-44EF-961D-BD71BCC36504}" dt="2024-01-23T07:25:12.217" v="612" actId="22"/>
          <ac:spMkLst>
            <pc:docMk/>
            <pc:sldMk cId="3524202608" sldId="258"/>
            <ac:spMk id="3" creationId="{4AB04588-9989-B1FA-6158-89F19E2E5A58}"/>
          </ac:spMkLst>
        </pc:spChg>
        <pc:spChg chg="add mod">
          <ac:chgData name="이승재" userId="1d7995c1-5f7c-4e08-b977-e3b2be4af101" providerId="ADAL" clId="{BB9D004C-F2CB-44EF-961D-BD71BCC36504}" dt="2024-01-23T07:24:52.825" v="599"/>
          <ac:spMkLst>
            <pc:docMk/>
            <pc:sldMk cId="3524202608" sldId="258"/>
            <ac:spMk id="4" creationId="{4F8D6B20-9289-F492-2359-A88552ADB0A1}"/>
          </ac:spMkLst>
        </pc:spChg>
        <pc:spChg chg="add del mod">
          <ac:chgData name="이승재" userId="1d7995c1-5f7c-4e08-b977-e3b2be4af101" providerId="ADAL" clId="{BB9D004C-F2CB-44EF-961D-BD71BCC36504}" dt="2024-01-23T07:25:26.407" v="614" actId="3680"/>
          <ac:spMkLst>
            <pc:docMk/>
            <pc:sldMk cId="3524202608" sldId="258"/>
            <ac:spMk id="8" creationId="{129F0A23-37EA-1A3F-C684-911EE33AC0D1}"/>
          </ac:spMkLst>
        </pc:spChg>
        <pc:graphicFrameChg chg="add mod ord modGraphic">
          <ac:chgData name="이승재" userId="1d7995c1-5f7c-4e08-b977-e3b2be4af101" providerId="ADAL" clId="{BB9D004C-F2CB-44EF-961D-BD71BCC36504}" dt="2024-01-23T07:27:17.261" v="877" actId="122"/>
          <ac:graphicFrameMkLst>
            <pc:docMk/>
            <pc:sldMk cId="3524202608" sldId="258"/>
            <ac:graphicFrameMk id="9" creationId="{2287A9BF-600C-5B94-19EC-0D2EB52457A7}"/>
          </ac:graphicFrameMkLst>
        </pc:graphicFrameChg>
        <pc:picChg chg="add del mod ord">
          <ac:chgData name="이승재" userId="1d7995c1-5f7c-4e08-b977-e3b2be4af101" providerId="ADAL" clId="{BB9D004C-F2CB-44EF-961D-BD71BCC36504}" dt="2024-01-23T07:25:14.171" v="613" actId="478"/>
          <ac:picMkLst>
            <pc:docMk/>
            <pc:sldMk cId="3524202608" sldId="258"/>
            <ac:picMk id="6" creationId="{E10876D2-3DB0-88CE-161D-2B4947C482E7}"/>
          </ac:picMkLst>
        </pc:picChg>
      </pc:sldChg>
      <pc:sldChg chg="addSp delSp modSp new mod">
        <pc:chgData name="이승재" userId="1d7995c1-5f7c-4e08-b977-e3b2be4af101" providerId="ADAL" clId="{BB9D004C-F2CB-44EF-961D-BD71BCC36504}" dt="2024-01-23T07:51:47.071" v="2730" actId="113"/>
        <pc:sldMkLst>
          <pc:docMk/>
          <pc:sldMk cId="2273209087" sldId="259"/>
        </pc:sldMkLst>
        <pc:spChg chg="mod">
          <ac:chgData name="이승재" userId="1d7995c1-5f7c-4e08-b977-e3b2be4af101" providerId="ADAL" clId="{BB9D004C-F2CB-44EF-961D-BD71BCC36504}" dt="2024-01-23T07:26:42.008" v="873" actId="20577"/>
          <ac:spMkLst>
            <pc:docMk/>
            <pc:sldMk cId="2273209087" sldId="259"/>
            <ac:spMk id="2" creationId="{6CB301D5-D5DF-7B69-649E-5842E876E135}"/>
          </ac:spMkLst>
        </pc:spChg>
        <pc:spChg chg="del">
          <ac:chgData name="이승재" userId="1d7995c1-5f7c-4e08-b977-e3b2be4af101" providerId="ADAL" clId="{BB9D004C-F2CB-44EF-961D-BD71BCC36504}" dt="2024-01-23T07:27:03.503" v="874" actId="3680"/>
          <ac:spMkLst>
            <pc:docMk/>
            <pc:sldMk cId="2273209087" sldId="259"/>
            <ac:spMk id="3" creationId="{77E3A447-EAAB-E93B-DEDF-40C235C3A93C}"/>
          </ac:spMkLst>
        </pc:spChg>
        <pc:spChg chg="add mod">
          <ac:chgData name="이승재" userId="1d7995c1-5f7c-4e08-b977-e3b2be4af101" providerId="ADAL" clId="{BB9D004C-F2CB-44EF-961D-BD71BCC36504}" dt="2024-01-23T07:44:15.014" v="2071" actId="1076"/>
          <ac:spMkLst>
            <pc:docMk/>
            <pc:sldMk cId="2273209087" sldId="259"/>
            <ac:spMk id="5" creationId="{2177DA0C-1942-BBEB-8FDC-CC201A2D2429}"/>
          </ac:spMkLst>
        </pc:spChg>
        <pc:graphicFrameChg chg="add mod ord modGraphic">
          <ac:chgData name="이승재" userId="1d7995c1-5f7c-4e08-b977-e3b2be4af101" providerId="ADAL" clId="{BB9D004C-F2CB-44EF-961D-BD71BCC36504}" dt="2024-01-23T07:51:47.071" v="2730" actId="113"/>
          <ac:graphicFrameMkLst>
            <pc:docMk/>
            <pc:sldMk cId="2273209087" sldId="259"/>
            <ac:graphicFrameMk id="4" creationId="{2C90DB2C-1019-801D-55F4-8051493C845E}"/>
          </ac:graphicFrameMkLst>
        </pc:graphicFrameChg>
      </pc:sldChg>
      <pc:sldChg chg="addSp delSp modSp new mod">
        <pc:chgData name="이승재" userId="1d7995c1-5f7c-4e08-b977-e3b2be4af101" providerId="ADAL" clId="{BB9D004C-F2CB-44EF-961D-BD71BCC36504}" dt="2024-01-23T07:54:53.472" v="2926" actId="113"/>
        <pc:sldMkLst>
          <pc:docMk/>
          <pc:sldMk cId="3784618071" sldId="260"/>
        </pc:sldMkLst>
        <pc:spChg chg="mod">
          <ac:chgData name="이승재" userId="1d7995c1-5f7c-4e08-b977-e3b2be4af101" providerId="ADAL" clId="{BB9D004C-F2CB-44EF-961D-BD71BCC36504}" dt="2024-01-23T07:44:31.699" v="2086" actId="20577"/>
          <ac:spMkLst>
            <pc:docMk/>
            <pc:sldMk cId="3784618071" sldId="260"/>
            <ac:spMk id="2" creationId="{AD0AB3CF-381F-6BCA-5210-BCC0F7EBAAA6}"/>
          </ac:spMkLst>
        </pc:spChg>
        <pc:spChg chg="del">
          <ac:chgData name="이승재" userId="1d7995c1-5f7c-4e08-b977-e3b2be4af101" providerId="ADAL" clId="{BB9D004C-F2CB-44EF-961D-BD71BCC36504}" dt="2024-01-23T07:44:34.522" v="2087" actId="3680"/>
          <ac:spMkLst>
            <pc:docMk/>
            <pc:sldMk cId="3784618071" sldId="260"/>
            <ac:spMk id="3" creationId="{5EB5BCFE-14C9-E1E3-9DB5-49F38B225F82}"/>
          </ac:spMkLst>
        </pc:spChg>
        <pc:graphicFrameChg chg="add mod ord modGraphic">
          <ac:chgData name="이승재" userId="1d7995c1-5f7c-4e08-b977-e3b2be4af101" providerId="ADAL" clId="{BB9D004C-F2CB-44EF-961D-BD71BCC36504}" dt="2024-01-23T07:54:53.472" v="2926" actId="113"/>
          <ac:graphicFrameMkLst>
            <pc:docMk/>
            <pc:sldMk cId="3784618071" sldId="260"/>
            <ac:graphicFrameMk id="4" creationId="{9DB18144-53D8-3A4E-6D70-D702566FBD2F}"/>
          </ac:graphicFrameMkLst>
        </pc:graphicFrameChg>
      </pc:sldChg>
      <pc:sldChg chg="modSp new mod">
        <pc:chgData name="이승재" userId="1d7995c1-5f7c-4e08-b977-e3b2be4af101" providerId="ADAL" clId="{BB9D004C-F2CB-44EF-961D-BD71BCC36504}" dt="2024-01-23T08:51:05.879" v="5151" actId="20577"/>
        <pc:sldMkLst>
          <pc:docMk/>
          <pc:sldMk cId="4240787044" sldId="261"/>
        </pc:sldMkLst>
        <pc:spChg chg="mod">
          <ac:chgData name="이승재" userId="1d7995c1-5f7c-4e08-b977-e3b2be4af101" providerId="ADAL" clId="{BB9D004C-F2CB-44EF-961D-BD71BCC36504}" dt="2024-01-23T08:00:24.837" v="2943" actId="20577"/>
          <ac:spMkLst>
            <pc:docMk/>
            <pc:sldMk cId="4240787044" sldId="261"/>
            <ac:spMk id="2" creationId="{2B6EAF7B-80B7-B8A1-DDC2-A711E721E9BF}"/>
          </ac:spMkLst>
        </pc:spChg>
        <pc:spChg chg="mod">
          <ac:chgData name="이승재" userId="1d7995c1-5f7c-4e08-b977-e3b2be4af101" providerId="ADAL" clId="{BB9D004C-F2CB-44EF-961D-BD71BCC36504}" dt="2024-01-23T08:51:05.879" v="5151" actId="20577"/>
          <ac:spMkLst>
            <pc:docMk/>
            <pc:sldMk cId="4240787044" sldId="261"/>
            <ac:spMk id="3" creationId="{034CC518-A2CF-A7F8-ED70-0FA47A472085}"/>
          </ac:spMkLst>
        </pc:spChg>
      </pc:sldChg>
      <pc:sldChg chg="addSp delSp modSp new mod setBg">
        <pc:chgData name="이승재" userId="1d7995c1-5f7c-4e08-b977-e3b2be4af101" providerId="ADAL" clId="{BB9D004C-F2CB-44EF-961D-BD71BCC36504}" dt="2024-01-23T08:22:51.271" v="3829" actId="20577"/>
        <pc:sldMkLst>
          <pc:docMk/>
          <pc:sldMk cId="2563365612" sldId="262"/>
        </pc:sldMkLst>
        <pc:spChg chg="mod ord">
          <ac:chgData name="이승재" userId="1d7995c1-5f7c-4e08-b977-e3b2be4af101" providerId="ADAL" clId="{BB9D004C-F2CB-44EF-961D-BD71BCC36504}" dt="2024-01-23T08:19:02.953" v="3573" actId="26606"/>
          <ac:spMkLst>
            <pc:docMk/>
            <pc:sldMk cId="2563365612" sldId="262"/>
            <ac:spMk id="2" creationId="{618B32A4-40D5-41BA-B965-6D21731C867B}"/>
          </ac:spMkLst>
        </pc:spChg>
        <pc:spChg chg="del">
          <ac:chgData name="이승재" userId="1d7995c1-5f7c-4e08-b977-e3b2be4af101" providerId="ADAL" clId="{BB9D004C-F2CB-44EF-961D-BD71BCC36504}" dt="2024-01-23T08:16:31.905" v="3564"/>
          <ac:spMkLst>
            <pc:docMk/>
            <pc:sldMk cId="2563365612" sldId="262"/>
            <ac:spMk id="3" creationId="{26DACF2A-502B-8CA2-DEEC-364A3BF958CC}"/>
          </ac:spMkLst>
        </pc:spChg>
        <pc:spChg chg="add del">
          <ac:chgData name="이승재" userId="1d7995c1-5f7c-4e08-b977-e3b2be4af101" providerId="ADAL" clId="{BB9D004C-F2CB-44EF-961D-BD71BCC36504}" dt="2024-01-23T08:19:02.953" v="3573" actId="26606"/>
          <ac:spMkLst>
            <pc:docMk/>
            <pc:sldMk cId="2563365612" sldId="262"/>
            <ac:spMk id="10" creationId="{F0DCC097-1DB8-4B6D-85D0-6FBA0E1CA4BA}"/>
          </ac:spMkLst>
        </pc:spChg>
        <pc:spChg chg="add del">
          <ac:chgData name="이승재" userId="1d7995c1-5f7c-4e08-b977-e3b2be4af101" providerId="ADAL" clId="{BB9D004C-F2CB-44EF-961D-BD71BCC36504}" dt="2024-01-23T08:19:02.953" v="3573" actId="26606"/>
          <ac:spMkLst>
            <pc:docMk/>
            <pc:sldMk cId="2563365612" sldId="262"/>
            <ac:spMk id="12" creationId="{E0B58608-23C8-4441-994D-C6823EEE1DB7}"/>
          </ac:spMkLst>
        </pc:spChg>
        <pc:spChg chg="add mod">
          <ac:chgData name="이승재" userId="1d7995c1-5f7c-4e08-b977-e3b2be4af101" providerId="ADAL" clId="{BB9D004C-F2CB-44EF-961D-BD71BCC36504}" dt="2024-01-23T08:22:51.271" v="3829" actId="20577"/>
          <ac:spMkLst>
            <pc:docMk/>
            <pc:sldMk cId="2563365612" sldId="262"/>
            <ac:spMk id="16" creationId="{07206101-C903-C3D8-BCE2-2DD6A0DE7E98}"/>
          </ac:spMkLst>
        </pc:spChg>
        <pc:spChg chg="add del">
          <ac:chgData name="이승재" userId="1d7995c1-5f7c-4e08-b977-e3b2be4af101" providerId="ADAL" clId="{BB9D004C-F2CB-44EF-961D-BD71BCC36504}" dt="2024-01-23T08:19:02.937" v="3572" actId="26606"/>
          <ac:spMkLst>
            <pc:docMk/>
            <pc:sldMk cId="2563365612" sldId="262"/>
            <ac:spMk id="17" creationId="{3B47FC9C-2ED3-4100-A4EF-E8CDFEE106C9}"/>
          </ac:spMkLst>
        </pc:spChg>
        <pc:spChg chg="add del">
          <ac:chgData name="이승재" userId="1d7995c1-5f7c-4e08-b977-e3b2be4af101" providerId="ADAL" clId="{BB9D004C-F2CB-44EF-961D-BD71BCC36504}" dt="2024-01-23T08:19:23.668" v="3589" actId="26606"/>
          <ac:spMkLst>
            <pc:docMk/>
            <pc:sldMk cId="2563365612" sldId="262"/>
            <ac:spMk id="19" creationId="{385E1BDC-A9B0-4A87-82E3-F3187F69A802}"/>
          </ac:spMkLst>
        </pc:spChg>
        <pc:spChg chg="add del">
          <ac:chgData name="이승재" userId="1d7995c1-5f7c-4e08-b977-e3b2be4af101" providerId="ADAL" clId="{BB9D004C-F2CB-44EF-961D-BD71BCC36504}" dt="2024-01-23T08:19:23.668" v="3589" actId="26606"/>
          <ac:spMkLst>
            <pc:docMk/>
            <pc:sldMk cId="2563365612" sldId="262"/>
            <ac:spMk id="21" creationId="{0990C621-3B8B-4820-8328-D47EF7CE823C}"/>
          </ac:spMkLst>
        </pc:spChg>
        <pc:spChg chg="add del">
          <ac:chgData name="이승재" userId="1d7995c1-5f7c-4e08-b977-e3b2be4af101" providerId="ADAL" clId="{BB9D004C-F2CB-44EF-961D-BD71BCC36504}" dt="2024-01-23T08:19:23.668" v="3589" actId="26606"/>
          <ac:spMkLst>
            <pc:docMk/>
            <pc:sldMk cId="2563365612" sldId="262"/>
            <ac:spMk id="23" creationId="{C1A2385B-1D2A-4E17-84FA-6CB7F0AAE473}"/>
          </ac:spMkLst>
        </pc:spChg>
        <pc:spChg chg="add del">
          <ac:chgData name="이승재" userId="1d7995c1-5f7c-4e08-b977-e3b2be4af101" providerId="ADAL" clId="{BB9D004C-F2CB-44EF-961D-BD71BCC36504}" dt="2024-01-23T08:19:23.668" v="3589" actId="26606"/>
          <ac:spMkLst>
            <pc:docMk/>
            <pc:sldMk cId="2563365612" sldId="262"/>
            <ac:spMk id="25" creationId="{5E791F2F-79DB-4CC0-9FA1-001E3E91E8B7}"/>
          </ac:spMkLst>
        </pc:spChg>
        <pc:spChg chg="add">
          <ac:chgData name="이승재" userId="1d7995c1-5f7c-4e08-b977-e3b2be4af101" providerId="ADAL" clId="{BB9D004C-F2CB-44EF-961D-BD71BCC36504}" dt="2024-01-23T08:19:23.668" v="3589" actId="26606"/>
          <ac:spMkLst>
            <pc:docMk/>
            <pc:sldMk cId="2563365612" sldId="262"/>
            <ac:spMk id="30" creationId="{385E1BDC-A9B0-4A87-82E3-F3187F69A802}"/>
          </ac:spMkLst>
        </pc:spChg>
        <pc:spChg chg="add">
          <ac:chgData name="이승재" userId="1d7995c1-5f7c-4e08-b977-e3b2be4af101" providerId="ADAL" clId="{BB9D004C-F2CB-44EF-961D-BD71BCC36504}" dt="2024-01-23T08:19:23.668" v="3589" actId="26606"/>
          <ac:spMkLst>
            <pc:docMk/>
            <pc:sldMk cId="2563365612" sldId="262"/>
            <ac:spMk id="32" creationId="{0990C621-3B8B-4820-8328-D47EF7CE823C}"/>
          </ac:spMkLst>
        </pc:spChg>
        <pc:spChg chg="add">
          <ac:chgData name="이승재" userId="1d7995c1-5f7c-4e08-b977-e3b2be4af101" providerId="ADAL" clId="{BB9D004C-F2CB-44EF-961D-BD71BCC36504}" dt="2024-01-23T08:19:23.668" v="3589" actId="26606"/>
          <ac:spMkLst>
            <pc:docMk/>
            <pc:sldMk cId="2563365612" sldId="262"/>
            <ac:spMk id="34" creationId="{C1A2385B-1D2A-4E17-84FA-6CB7F0AAE473}"/>
          </ac:spMkLst>
        </pc:spChg>
        <pc:spChg chg="add">
          <ac:chgData name="이승재" userId="1d7995c1-5f7c-4e08-b977-e3b2be4af101" providerId="ADAL" clId="{BB9D004C-F2CB-44EF-961D-BD71BCC36504}" dt="2024-01-23T08:19:23.668" v="3589" actId="26606"/>
          <ac:spMkLst>
            <pc:docMk/>
            <pc:sldMk cId="2563365612" sldId="262"/>
            <ac:spMk id="36" creationId="{5E791F2F-79DB-4CC0-9FA1-001E3E91E8B7}"/>
          </ac:spMkLst>
        </pc:spChg>
        <pc:picChg chg="add mod ord">
          <ac:chgData name="이승재" userId="1d7995c1-5f7c-4e08-b977-e3b2be4af101" providerId="ADAL" clId="{BB9D004C-F2CB-44EF-961D-BD71BCC36504}" dt="2024-01-23T08:19:23.668" v="3589" actId="26606"/>
          <ac:picMkLst>
            <pc:docMk/>
            <pc:sldMk cId="2563365612" sldId="262"/>
            <ac:picMk id="5" creationId="{81ED7EA8-6D6B-4FC2-D541-1F0BBA8BF901}"/>
          </ac:picMkLst>
        </pc:picChg>
        <pc:picChg chg="add del mod">
          <ac:chgData name="이승재" userId="1d7995c1-5f7c-4e08-b977-e3b2be4af101" providerId="ADAL" clId="{BB9D004C-F2CB-44EF-961D-BD71BCC36504}" dt="2024-01-23T08:19:17.049" v="3585" actId="478"/>
          <ac:picMkLst>
            <pc:docMk/>
            <pc:sldMk cId="2563365612" sldId="262"/>
            <ac:picMk id="7" creationId="{A96673EF-F0E7-73A6-9093-E208B5D68F0E}"/>
          </ac:picMkLst>
        </pc:picChg>
        <pc:picChg chg="add mod">
          <ac:chgData name="이승재" userId="1d7995c1-5f7c-4e08-b977-e3b2be4af101" providerId="ADAL" clId="{BB9D004C-F2CB-44EF-961D-BD71BCC36504}" dt="2024-01-23T08:19:23.668" v="3589" actId="26606"/>
          <ac:picMkLst>
            <pc:docMk/>
            <pc:sldMk cId="2563365612" sldId="262"/>
            <ac:picMk id="9" creationId="{C4102DD1-18DB-97C8-8F85-A18FEEE1F410}"/>
          </ac:picMkLst>
        </pc:picChg>
      </pc:sldChg>
      <pc:sldChg chg="addSp delSp modSp new mod setBg">
        <pc:chgData name="이승재" userId="1d7995c1-5f7c-4e08-b977-e3b2be4af101" providerId="ADAL" clId="{BB9D004C-F2CB-44EF-961D-BD71BCC36504}" dt="2024-01-23T08:39:04.640" v="4125" actId="20577"/>
        <pc:sldMkLst>
          <pc:docMk/>
          <pc:sldMk cId="1749856098" sldId="263"/>
        </pc:sldMkLst>
        <pc:spChg chg="mod">
          <ac:chgData name="이승재" userId="1d7995c1-5f7c-4e08-b977-e3b2be4af101" providerId="ADAL" clId="{BB9D004C-F2CB-44EF-961D-BD71BCC36504}" dt="2024-01-23T08:37:15.195" v="3874" actId="26606"/>
          <ac:spMkLst>
            <pc:docMk/>
            <pc:sldMk cId="1749856098" sldId="263"/>
            <ac:spMk id="2" creationId="{55B1879F-864D-9CC6-8E34-9BE318CAE42B}"/>
          </ac:spMkLst>
        </pc:spChg>
        <pc:spChg chg="del">
          <ac:chgData name="이승재" userId="1d7995c1-5f7c-4e08-b977-e3b2be4af101" providerId="ADAL" clId="{BB9D004C-F2CB-44EF-961D-BD71BCC36504}" dt="2024-01-23T08:37:04.343" v="3867"/>
          <ac:spMkLst>
            <pc:docMk/>
            <pc:sldMk cId="1749856098" sldId="263"/>
            <ac:spMk id="3" creationId="{E835AF43-1834-87ED-F078-487146E38D90}"/>
          </ac:spMkLst>
        </pc:spChg>
        <pc:spChg chg="add del">
          <ac:chgData name="이승재" userId="1d7995c1-5f7c-4e08-b977-e3b2be4af101" providerId="ADAL" clId="{BB9D004C-F2CB-44EF-961D-BD71BCC36504}" dt="2024-01-23T08:37:12.784" v="3871" actId="26606"/>
          <ac:spMkLst>
            <pc:docMk/>
            <pc:sldMk cId="1749856098" sldId="263"/>
            <ac:spMk id="9" creationId="{F3D67C1A-B750-1E07-68BE-BB5E3BD0E0C8}"/>
          </ac:spMkLst>
        </pc:spChg>
        <pc:spChg chg="add del">
          <ac:chgData name="이승재" userId="1d7995c1-5f7c-4e08-b977-e3b2be4af101" providerId="ADAL" clId="{BB9D004C-F2CB-44EF-961D-BD71BCC36504}" dt="2024-01-23T08:37:15.182" v="3873" actId="26606"/>
          <ac:spMkLst>
            <pc:docMk/>
            <pc:sldMk cId="1749856098" sldId="263"/>
            <ac:spMk id="10" creationId="{D4771268-CB57-404A-9271-370EB28F6090}"/>
          </ac:spMkLst>
        </pc:spChg>
        <pc:spChg chg="add del">
          <ac:chgData name="이승재" userId="1d7995c1-5f7c-4e08-b977-e3b2be4af101" providerId="ADAL" clId="{BB9D004C-F2CB-44EF-961D-BD71BCC36504}" dt="2024-01-23T08:37:12.784" v="3871" actId="26606"/>
          <ac:spMkLst>
            <pc:docMk/>
            <pc:sldMk cId="1749856098" sldId="263"/>
            <ac:spMk id="12" creationId="{B082622D-AAF3-4897-8629-FC918530DD86}"/>
          </ac:spMkLst>
        </pc:spChg>
        <pc:spChg chg="add">
          <ac:chgData name="이승재" userId="1d7995c1-5f7c-4e08-b977-e3b2be4af101" providerId="ADAL" clId="{BB9D004C-F2CB-44EF-961D-BD71BCC36504}" dt="2024-01-23T08:37:15.195" v="3874" actId="26606"/>
          <ac:spMkLst>
            <pc:docMk/>
            <pc:sldMk cId="1749856098" sldId="263"/>
            <ac:spMk id="13" creationId="{2550BE34-C2B8-49B8-8519-67A8CAD51AE9}"/>
          </ac:spMkLst>
        </pc:spChg>
        <pc:spChg chg="add del">
          <ac:chgData name="이승재" userId="1d7995c1-5f7c-4e08-b977-e3b2be4af101" providerId="ADAL" clId="{BB9D004C-F2CB-44EF-961D-BD71BCC36504}" dt="2024-01-23T08:37:12.784" v="3871" actId="26606"/>
          <ac:spMkLst>
            <pc:docMk/>
            <pc:sldMk cId="1749856098" sldId="263"/>
            <ac:spMk id="14" creationId="{A7457DD9-5A45-400A-AB4B-4B4EDECA25F1}"/>
          </ac:spMkLst>
        </pc:spChg>
        <pc:spChg chg="add">
          <ac:chgData name="이승재" userId="1d7995c1-5f7c-4e08-b977-e3b2be4af101" providerId="ADAL" clId="{BB9D004C-F2CB-44EF-961D-BD71BCC36504}" dt="2024-01-23T08:37:15.195" v="3874" actId="26606"/>
          <ac:spMkLst>
            <pc:docMk/>
            <pc:sldMk cId="1749856098" sldId="263"/>
            <ac:spMk id="15" creationId="{A7457DD9-5A45-400A-AB4B-4B4EDECA25F1}"/>
          </ac:spMkLst>
        </pc:spChg>
        <pc:spChg chg="add del">
          <ac:chgData name="이승재" userId="1d7995c1-5f7c-4e08-b977-e3b2be4af101" providerId="ADAL" clId="{BB9D004C-F2CB-44EF-961D-BD71BCC36504}" dt="2024-01-23T08:37:12.784" v="3871" actId="26606"/>
          <ac:spMkLst>
            <pc:docMk/>
            <pc:sldMk cId="1749856098" sldId="263"/>
            <ac:spMk id="16" creationId="{441CF7D6-A660-431A-B0BB-140A0D5556B6}"/>
          </ac:spMkLst>
        </pc:spChg>
        <pc:spChg chg="add">
          <ac:chgData name="이승재" userId="1d7995c1-5f7c-4e08-b977-e3b2be4af101" providerId="ADAL" clId="{BB9D004C-F2CB-44EF-961D-BD71BCC36504}" dt="2024-01-23T08:37:15.195" v="3874" actId="26606"/>
          <ac:spMkLst>
            <pc:docMk/>
            <pc:sldMk cId="1749856098" sldId="263"/>
            <ac:spMk id="17" creationId="{441CF7D6-A660-431A-B0BB-140A0D5556B6}"/>
          </ac:spMkLst>
        </pc:spChg>
        <pc:spChg chg="add del">
          <ac:chgData name="이승재" userId="1d7995c1-5f7c-4e08-b977-e3b2be4af101" providerId="ADAL" clId="{BB9D004C-F2CB-44EF-961D-BD71BCC36504}" dt="2024-01-23T08:37:12.784" v="3871" actId="26606"/>
          <ac:spMkLst>
            <pc:docMk/>
            <pc:sldMk cId="1749856098" sldId="263"/>
            <ac:spMk id="18" creationId="{0570A85B-3810-4F95-97B0-CBF4CCDB381C}"/>
          </ac:spMkLst>
        </pc:spChg>
        <pc:spChg chg="add">
          <ac:chgData name="이승재" userId="1d7995c1-5f7c-4e08-b977-e3b2be4af101" providerId="ADAL" clId="{BB9D004C-F2CB-44EF-961D-BD71BCC36504}" dt="2024-01-23T08:37:15.195" v="3874" actId="26606"/>
          <ac:spMkLst>
            <pc:docMk/>
            <pc:sldMk cId="1749856098" sldId="263"/>
            <ac:spMk id="19" creationId="{0570A85B-3810-4F95-97B0-CBF4CCDB381C}"/>
          </ac:spMkLst>
        </pc:spChg>
        <pc:spChg chg="add mod">
          <ac:chgData name="이승재" userId="1d7995c1-5f7c-4e08-b977-e3b2be4af101" providerId="ADAL" clId="{BB9D004C-F2CB-44EF-961D-BD71BCC36504}" dt="2024-01-23T08:39:04.640" v="4125" actId="20577"/>
          <ac:spMkLst>
            <pc:docMk/>
            <pc:sldMk cId="1749856098" sldId="263"/>
            <ac:spMk id="20" creationId="{63328F4F-008A-C4E1-6D2D-75A6D7DA752A}"/>
          </ac:spMkLst>
        </pc:spChg>
        <pc:picChg chg="add mod">
          <ac:chgData name="이승재" userId="1d7995c1-5f7c-4e08-b977-e3b2be4af101" providerId="ADAL" clId="{BB9D004C-F2CB-44EF-961D-BD71BCC36504}" dt="2024-01-23T08:37:15.195" v="3874" actId="26606"/>
          <ac:picMkLst>
            <pc:docMk/>
            <pc:sldMk cId="1749856098" sldId="263"/>
            <ac:picMk id="5" creationId="{46450D5A-DE18-5B59-F9F2-DC10529C82E2}"/>
          </ac:picMkLst>
        </pc:picChg>
      </pc:sldChg>
      <pc:sldChg chg="addSp delSp modSp new mod setBg">
        <pc:chgData name="이승재" userId="1d7995c1-5f7c-4e08-b977-e3b2be4af101" providerId="ADAL" clId="{BB9D004C-F2CB-44EF-961D-BD71BCC36504}" dt="2024-01-23T08:41:23.173" v="4500" actId="20577"/>
        <pc:sldMkLst>
          <pc:docMk/>
          <pc:sldMk cId="821091225" sldId="264"/>
        </pc:sldMkLst>
        <pc:spChg chg="mod">
          <ac:chgData name="이승재" userId="1d7995c1-5f7c-4e08-b977-e3b2be4af101" providerId="ADAL" clId="{BB9D004C-F2CB-44EF-961D-BD71BCC36504}" dt="2024-01-23T08:39:59.368" v="4151" actId="20577"/>
          <ac:spMkLst>
            <pc:docMk/>
            <pc:sldMk cId="821091225" sldId="264"/>
            <ac:spMk id="2" creationId="{54C50393-F7B0-5BF7-FB93-566483BA4A7F}"/>
          </ac:spMkLst>
        </pc:spChg>
        <pc:spChg chg="del">
          <ac:chgData name="이승재" userId="1d7995c1-5f7c-4e08-b977-e3b2be4af101" providerId="ADAL" clId="{BB9D004C-F2CB-44EF-961D-BD71BCC36504}" dt="2024-01-23T08:39:53.757" v="4127"/>
          <ac:spMkLst>
            <pc:docMk/>
            <pc:sldMk cId="821091225" sldId="264"/>
            <ac:spMk id="3" creationId="{DD62F338-F810-E71D-7D4D-6C957B188D1E}"/>
          </ac:spMkLst>
        </pc:spChg>
        <pc:spChg chg="add mod">
          <ac:chgData name="이승재" userId="1d7995c1-5f7c-4e08-b977-e3b2be4af101" providerId="ADAL" clId="{BB9D004C-F2CB-44EF-961D-BD71BCC36504}" dt="2024-01-23T08:41:23.173" v="4500" actId="20577"/>
          <ac:spMkLst>
            <pc:docMk/>
            <pc:sldMk cId="821091225" sldId="264"/>
            <ac:spMk id="9" creationId="{30D600C9-4698-B06B-4241-ED17D51DB4F3}"/>
          </ac:spMkLst>
        </pc:spChg>
        <pc:spChg chg="add">
          <ac:chgData name="이승재" userId="1d7995c1-5f7c-4e08-b977-e3b2be4af101" providerId="ADAL" clId="{BB9D004C-F2CB-44EF-961D-BD71BCC36504}" dt="2024-01-23T08:39:55.421" v="4130" actId="26606"/>
          <ac:spMkLst>
            <pc:docMk/>
            <pc:sldMk cId="821091225" sldId="264"/>
            <ac:spMk id="12" creationId="{2550BE34-C2B8-49B8-8519-67A8CAD51AE9}"/>
          </ac:spMkLst>
        </pc:spChg>
        <pc:spChg chg="add">
          <ac:chgData name="이승재" userId="1d7995c1-5f7c-4e08-b977-e3b2be4af101" providerId="ADAL" clId="{BB9D004C-F2CB-44EF-961D-BD71BCC36504}" dt="2024-01-23T08:39:55.421" v="4130" actId="26606"/>
          <ac:spMkLst>
            <pc:docMk/>
            <pc:sldMk cId="821091225" sldId="264"/>
            <ac:spMk id="14" creationId="{A7457DD9-5A45-400A-AB4B-4B4EDECA25F1}"/>
          </ac:spMkLst>
        </pc:spChg>
        <pc:spChg chg="add">
          <ac:chgData name="이승재" userId="1d7995c1-5f7c-4e08-b977-e3b2be4af101" providerId="ADAL" clId="{BB9D004C-F2CB-44EF-961D-BD71BCC36504}" dt="2024-01-23T08:39:55.421" v="4130" actId="26606"/>
          <ac:spMkLst>
            <pc:docMk/>
            <pc:sldMk cId="821091225" sldId="264"/>
            <ac:spMk id="16" creationId="{441CF7D6-A660-431A-B0BB-140A0D5556B6}"/>
          </ac:spMkLst>
        </pc:spChg>
        <pc:spChg chg="add">
          <ac:chgData name="이승재" userId="1d7995c1-5f7c-4e08-b977-e3b2be4af101" providerId="ADAL" clId="{BB9D004C-F2CB-44EF-961D-BD71BCC36504}" dt="2024-01-23T08:39:55.421" v="4130" actId="26606"/>
          <ac:spMkLst>
            <pc:docMk/>
            <pc:sldMk cId="821091225" sldId="264"/>
            <ac:spMk id="18" creationId="{0570A85B-3810-4F95-97B0-CBF4CCDB381C}"/>
          </ac:spMkLst>
        </pc:spChg>
        <pc:picChg chg="add mod">
          <ac:chgData name="이승재" userId="1d7995c1-5f7c-4e08-b977-e3b2be4af101" providerId="ADAL" clId="{BB9D004C-F2CB-44EF-961D-BD71BCC36504}" dt="2024-01-23T08:39:55.421" v="4130" actId="26606"/>
          <ac:picMkLst>
            <pc:docMk/>
            <pc:sldMk cId="821091225" sldId="264"/>
            <ac:picMk id="5" creationId="{131E8141-78EB-B63A-C6D6-EB4D5DFBC859}"/>
          </ac:picMkLst>
        </pc:picChg>
      </pc:sldChg>
      <pc:sldChg chg="addSp delSp modSp add mod setBg delDesignElem">
        <pc:chgData name="이승재" userId="1d7995c1-5f7c-4e08-b977-e3b2be4af101" providerId="ADAL" clId="{BB9D004C-F2CB-44EF-961D-BD71BCC36504}" dt="2024-01-23T08:43:16.495" v="4774" actId="20577"/>
        <pc:sldMkLst>
          <pc:docMk/>
          <pc:sldMk cId="1664673813" sldId="265"/>
        </pc:sldMkLst>
        <pc:spChg chg="mod">
          <ac:chgData name="이승재" userId="1d7995c1-5f7c-4e08-b977-e3b2be4af101" providerId="ADAL" clId="{BB9D004C-F2CB-44EF-961D-BD71BCC36504}" dt="2024-01-23T08:42:10.352" v="4517" actId="20577"/>
          <ac:spMkLst>
            <pc:docMk/>
            <pc:sldMk cId="1664673813" sldId="265"/>
            <ac:spMk id="2" creationId="{54C50393-F7B0-5BF7-FB93-566483BA4A7F}"/>
          </ac:spMkLst>
        </pc:spChg>
        <pc:spChg chg="mod">
          <ac:chgData name="이승재" userId="1d7995c1-5f7c-4e08-b977-e3b2be4af101" providerId="ADAL" clId="{BB9D004C-F2CB-44EF-961D-BD71BCC36504}" dt="2024-01-23T08:43:16.495" v="4774" actId="20577"/>
          <ac:spMkLst>
            <pc:docMk/>
            <pc:sldMk cId="1664673813" sldId="265"/>
            <ac:spMk id="9" creationId="{30D600C9-4698-B06B-4241-ED17D51DB4F3}"/>
          </ac:spMkLst>
        </pc:spChg>
        <pc:spChg chg="add">
          <ac:chgData name="이승재" userId="1d7995c1-5f7c-4e08-b977-e3b2be4af101" providerId="ADAL" clId="{BB9D004C-F2CB-44EF-961D-BD71BCC36504}" dt="2024-01-23T08:42:19.355" v="4522" actId="26606"/>
          <ac:spMkLst>
            <pc:docMk/>
            <pc:sldMk cId="1664673813" sldId="265"/>
            <ac:spMk id="11" creationId="{2550BE34-C2B8-49B8-8519-67A8CAD51AE9}"/>
          </ac:spMkLst>
        </pc:spChg>
        <pc:spChg chg="del">
          <ac:chgData name="이승재" userId="1d7995c1-5f7c-4e08-b977-e3b2be4af101" providerId="ADAL" clId="{BB9D004C-F2CB-44EF-961D-BD71BCC36504}" dt="2024-01-23T08:42:06.176" v="4502"/>
          <ac:spMkLst>
            <pc:docMk/>
            <pc:sldMk cId="1664673813" sldId="265"/>
            <ac:spMk id="12" creationId="{2550BE34-C2B8-49B8-8519-67A8CAD51AE9}"/>
          </ac:spMkLst>
        </pc:spChg>
        <pc:spChg chg="add">
          <ac:chgData name="이승재" userId="1d7995c1-5f7c-4e08-b977-e3b2be4af101" providerId="ADAL" clId="{BB9D004C-F2CB-44EF-961D-BD71BCC36504}" dt="2024-01-23T08:42:19.355" v="4522" actId="26606"/>
          <ac:spMkLst>
            <pc:docMk/>
            <pc:sldMk cId="1664673813" sldId="265"/>
            <ac:spMk id="13" creationId="{A7457DD9-5A45-400A-AB4B-4B4EDECA25F1}"/>
          </ac:spMkLst>
        </pc:spChg>
        <pc:spChg chg="del">
          <ac:chgData name="이승재" userId="1d7995c1-5f7c-4e08-b977-e3b2be4af101" providerId="ADAL" clId="{BB9D004C-F2CB-44EF-961D-BD71BCC36504}" dt="2024-01-23T08:42:06.176" v="4502"/>
          <ac:spMkLst>
            <pc:docMk/>
            <pc:sldMk cId="1664673813" sldId="265"/>
            <ac:spMk id="14" creationId="{A7457DD9-5A45-400A-AB4B-4B4EDECA25F1}"/>
          </ac:spMkLst>
        </pc:spChg>
        <pc:spChg chg="add">
          <ac:chgData name="이승재" userId="1d7995c1-5f7c-4e08-b977-e3b2be4af101" providerId="ADAL" clId="{BB9D004C-F2CB-44EF-961D-BD71BCC36504}" dt="2024-01-23T08:42:19.355" v="4522" actId="26606"/>
          <ac:spMkLst>
            <pc:docMk/>
            <pc:sldMk cId="1664673813" sldId="265"/>
            <ac:spMk id="15" creationId="{441CF7D6-A660-431A-B0BB-140A0D5556B6}"/>
          </ac:spMkLst>
        </pc:spChg>
        <pc:spChg chg="del">
          <ac:chgData name="이승재" userId="1d7995c1-5f7c-4e08-b977-e3b2be4af101" providerId="ADAL" clId="{BB9D004C-F2CB-44EF-961D-BD71BCC36504}" dt="2024-01-23T08:42:06.176" v="4502"/>
          <ac:spMkLst>
            <pc:docMk/>
            <pc:sldMk cId="1664673813" sldId="265"/>
            <ac:spMk id="16" creationId="{441CF7D6-A660-431A-B0BB-140A0D5556B6}"/>
          </ac:spMkLst>
        </pc:spChg>
        <pc:spChg chg="del">
          <ac:chgData name="이승재" userId="1d7995c1-5f7c-4e08-b977-e3b2be4af101" providerId="ADAL" clId="{BB9D004C-F2CB-44EF-961D-BD71BCC36504}" dt="2024-01-23T08:42:06.176" v="4502"/>
          <ac:spMkLst>
            <pc:docMk/>
            <pc:sldMk cId="1664673813" sldId="265"/>
            <ac:spMk id="18" creationId="{0570A85B-3810-4F95-97B0-CBF4CCDB381C}"/>
          </ac:spMkLst>
        </pc:spChg>
        <pc:spChg chg="add">
          <ac:chgData name="이승재" userId="1d7995c1-5f7c-4e08-b977-e3b2be4af101" providerId="ADAL" clId="{BB9D004C-F2CB-44EF-961D-BD71BCC36504}" dt="2024-01-23T08:42:19.355" v="4522" actId="26606"/>
          <ac:spMkLst>
            <pc:docMk/>
            <pc:sldMk cId="1664673813" sldId="265"/>
            <ac:spMk id="20" creationId="{0570A85B-3810-4F95-97B0-CBF4CCDB381C}"/>
          </ac:spMkLst>
        </pc:spChg>
        <pc:picChg chg="add mod">
          <ac:chgData name="이승재" userId="1d7995c1-5f7c-4e08-b977-e3b2be4af101" providerId="ADAL" clId="{BB9D004C-F2CB-44EF-961D-BD71BCC36504}" dt="2024-01-23T08:42:19.355" v="4522" actId="26606"/>
          <ac:picMkLst>
            <pc:docMk/>
            <pc:sldMk cId="1664673813" sldId="265"/>
            <ac:picMk id="4" creationId="{10D25C26-2E83-098F-CA11-109BB0C5C8EF}"/>
          </ac:picMkLst>
        </pc:picChg>
        <pc:picChg chg="del">
          <ac:chgData name="이승재" userId="1d7995c1-5f7c-4e08-b977-e3b2be4af101" providerId="ADAL" clId="{BB9D004C-F2CB-44EF-961D-BD71BCC36504}" dt="2024-01-23T08:42:11.857" v="4518" actId="478"/>
          <ac:picMkLst>
            <pc:docMk/>
            <pc:sldMk cId="1664673813" sldId="265"/>
            <ac:picMk id="5" creationId="{131E8141-78EB-B63A-C6D6-EB4D5DFBC859}"/>
          </ac:picMkLst>
        </pc:picChg>
      </pc:sldChg>
      <pc:sldChg chg="addSp delSp modSp new mod setBg">
        <pc:chgData name="이승재" userId="1d7995c1-5f7c-4e08-b977-e3b2be4af101" providerId="ADAL" clId="{BB9D004C-F2CB-44EF-961D-BD71BCC36504}" dt="2024-01-23T08:46:50.048" v="5077" actId="26606"/>
        <pc:sldMkLst>
          <pc:docMk/>
          <pc:sldMk cId="1903283221" sldId="266"/>
        </pc:sldMkLst>
        <pc:spChg chg="mod">
          <ac:chgData name="이승재" userId="1d7995c1-5f7c-4e08-b977-e3b2be4af101" providerId="ADAL" clId="{BB9D004C-F2CB-44EF-961D-BD71BCC36504}" dt="2024-01-23T08:46:50.048" v="5077" actId="26606"/>
          <ac:spMkLst>
            <pc:docMk/>
            <pc:sldMk cId="1903283221" sldId="266"/>
            <ac:spMk id="2" creationId="{4E734EE1-C8EC-1349-7088-DEA34FC21C88}"/>
          </ac:spMkLst>
        </pc:spChg>
        <pc:spChg chg="del">
          <ac:chgData name="이승재" userId="1d7995c1-5f7c-4e08-b977-e3b2be4af101" providerId="ADAL" clId="{BB9D004C-F2CB-44EF-961D-BD71BCC36504}" dt="2024-01-23T08:44:10.795" v="4801"/>
          <ac:spMkLst>
            <pc:docMk/>
            <pc:sldMk cId="1903283221" sldId="266"/>
            <ac:spMk id="3" creationId="{EEC1C87F-72DC-C1B8-EC1D-85F0D6628FF1}"/>
          </ac:spMkLst>
        </pc:spChg>
        <pc:spChg chg="add del">
          <ac:chgData name="이승재" userId="1d7995c1-5f7c-4e08-b977-e3b2be4af101" providerId="ADAL" clId="{BB9D004C-F2CB-44EF-961D-BD71BCC36504}" dt="2024-01-23T08:44:13.858" v="4805" actId="26606"/>
          <ac:spMkLst>
            <pc:docMk/>
            <pc:sldMk cId="1903283221" sldId="266"/>
            <ac:spMk id="9" creationId="{EF4E8819-492A-F8D1-34EE-5A5D4CB36B55}"/>
          </ac:spMkLst>
        </pc:spChg>
        <pc:spChg chg="add del">
          <ac:chgData name="이승재" userId="1d7995c1-5f7c-4e08-b977-e3b2be4af101" providerId="ADAL" clId="{BB9D004C-F2CB-44EF-961D-BD71BCC36504}" dt="2024-01-23T08:44:13.858" v="4805" actId="26606"/>
          <ac:spMkLst>
            <pc:docMk/>
            <pc:sldMk cId="1903283221" sldId="266"/>
            <ac:spMk id="12" creationId="{2550BE34-C2B8-49B8-8519-67A8CAD51AE9}"/>
          </ac:spMkLst>
        </pc:spChg>
        <pc:spChg chg="add del">
          <ac:chgData name="이승재" userId="1d7995c1-5f7c-4e08-b977-e3b2be4af101" providerId="ADAL" clId="{BB9D004C-F2CB-44EF-961D-BD71BCC36504}" dt="2024-01-23T08:44:13.858" v="4805" actId="26606"/>
          <ac:spMkLst>
            <pc:docMk/>
            <pc:sldMk cId="1903283221" sldId="266"/>
            <ac:spMk id="14" creationId="{A7457DD9-5A45-400A-AB4B-4B4EDECA25F1}"/>
          </ac:spMkLst>
        </pc:spChg>
        <pc:spChg chg="add del">
          <ac:chgData name="이승재" userId="1d7995c1-5f7c-4e08-b977-e3b2be4af101" providerId="ADAL" clId="{BB9D004C-F2CB-44EF-961D-BD71BCC36504}" dt="2024-01-23T08:44:13.858" v="4805" actId="26606"/>
          <ac:spMkLst>
            <pc:docMk/>
            <pc:sldMk cId="1903283221" sldId="266"/>
            <ac:spMk id="16" creationId="{441CF7D6-A660-431A-B0BB-140A0D5556B6}"/>
          </ac:spMkLst>
        </pc:spChg>
        <pc:spChg chg="add del">
          <ac:chgData name="이승재" userId="1d7995c1-5f7c-4e08-b977-e3b2be4af101" providerId="ADAL" clId="{BB9D004C-F2CB-44EF-961D-BD71BCC36504}" dt="2024-01-23T08:44:13.858" v="4805" actId="26606"/>
          <ac:spMkLst>
            <pc:docMk/>
            <pc:sldMk cId="1903283221" sldId="266"/>
            <ac:spMk id="18" creationId="{0570A85B-3810-4F95-97B0-CBF4CCDB381C}"/>
          </ac:spMkLst>
        </pc:spChg>
        <pc:spChg chg="add del">
          <ac:chgData name="이승재" userId="1d7995c1-5f7c-4e08-b977-e3b2be4af101" providerId="ADAL" clId="{BB9D004C-F2CB-44EF-961D-BD71BCC36504}" dt="2024-01-23T08:44:15.510" v="4807" actId="26606"/>
          <ac:spMkLst>
            <pc:docMk/>
            <pc:sldMk cId="1903283221" sldId="266"/>
            <ac:spMk id="20" creationId="{B082622D-AAF3-4897-8629-FC918530DD86}"/>
          </ac:spMkLst>
        </pc:spChg>
        <pc:spChg chg="add del">
          <ac:chgData name="이승재" userId="1d7995c1-5f7c-4e08-b977-e3b2be4af101" providerId="ADAL" clId="{BB9D004C-F2CB-44EF-961D-BD71BCC36504}" dt="2024-01-23T08:44:15.510" v="4807" actId="26606"/>
          <ac:spMkLst>
            <pc:docMk/>
            <pc:sldMk cId="1903283221" sldId="266"/>
            <ac:spMk id="21" creationId="{A7457DD9-5A45-400A-AB4B-4B4EDECA25F1}"/>
          </ac:spMkLst>
        </pc:spChg>
        <pc:spChg chg="add del">
          <ac:chgData name="이승재" userId="1d7995c1-5f7c-4e08-b977-e3b2be4af101" providerId="ADAL" clId="{BB9D004C-F2CB-44EF-961D-BD71BCC36504}" dt="2024-01-23T08:44:15.510" v="4807" actId="26606"/>
          <ac:spMkLst>
            <pc:docMk/>
            <pc:sldMk cId="1903283221" sldId="266"/>
            <ac:spMk id="22" creationId="{441CF7D6-A660-431A-B0BB-140A0D5556B6}"/>
          </ac:spMkLst>
        </pc:spChg>
        <pc:spChg chg="add del">
          <ac:chgData name="이승재" userId="1d7995c1-5f7c-4e08-b977-e3b2be4af101" providerId="ADAL" clId="{BB9D004C-F2CB-44EF-961D-BD71BCC36504}" dt="2024-01-23T08:44:15.510" v="4807" actId="26606"/>
          <ac:spMkLst>
            <pc:docMk/>
            <pc:sldMk cId="1903283221" sldId="266"/>
            <ac:spMk id="23" creationId="{0570A85B-3810-4F95-97B0-CBF4CCDB381C}"/>
          </ac:spMkLst>
        </pc:spChg>
        <pc:spChg chg="add del">
          <ac:chgData name="이승재" userId="1d7995c1-5f7c-4e08-b977-e3b2be4af101" providerId="ADAL" clId="{BB9D004C-F2CB-44EF-961D-BD71BCC36504}" dt="2024-01-23T08:44:15.510" v="4807" actId="26606"/>
          <ac:spMkLst>
            <pc:docMk/>
            <pc:sldMk cId="1903283221" sldId="266"/>
            <ac:spMk id="24" creationId="{DB5EB6B7-3924-741C-9260-F9F37C2804CE}"/>
          </ac:spMkLst>
        </pc:spChg>
        <pc:spChg chg="add del">
          <ac:chgData name="이승재" userId="1d7995c1-5f7c-4e08-b977-e3b2be4af101" providerId="ADAL" clId="{BB9D004C-F2CB-44EF-961D-BD71BCC36504}" dt="2024-01-23T08:46:47.170" v="5075" actId="26606"/>
          <ac:spMkLst>
            <pc:docMk/>
            <pc:sldMk cId="1903283221" sldId="266"/>
            <ac:spMk id="26" creationId="{2550BE34-C2B8-49B8-8519-67A8CAD51AE9}"/>
          </ac:spMkLst>
        </pc:spChg>
        <pc:spChg chg="add del">
          <ac:chgData name="이승재" userId="1d7995c1-5f7c-4e08-b977-e3b2be4af101" providerId="ADAL" clId="{BB9D004C-F2CB-44EF-961D-BD71BCC36504}" dt="2024-01-23T08:46:47.170" v="5075" actId="26606"/>
          <ac:spMkLst>
            <pc:docMk/>
            <pc:sldMk cId="1903283221" sldId="266"/>
            <ac:spMk id="27" creationId="{A7457DD9-5A45-400A-AB4B-4B4EDECA25F1}"/>
          </ac:spMkLst>
        </pc:spChg>
        <pc:spChg chg="add del">
          <ac:chgData name="이승재" userId="1d7995c1-5f7c-4e08-b977-e3b2be4af101" providerId="ADAL" clId="{BB9D004C-F2CB-44EF-961D-BD71BCC36504}" dt="2024-01-23T08:46:47.170" v="5075" actId="26606"/>
          <ac:spMkLst>
            <pc:docMk/>
            <pc:sldMk cId="1903283221" sldId="266"/>
            <ac:spMk id="28" creationId="{441CF7D6-A660-431A-B0BB-140A0D5556B6}"/>
          </ac:spMkLst>
        </pc:spChg>
        <pc:spChg chg="add del">
          <ac:chgData name="이승재" userId="1d7995c1-5f7c-4e08-b977-e3b2be4af101" providerId="ADAL" clId="{BB9D004C-F2CB-44EF-961D-BD71BCC36504}" dt="2024-01-23T08:46:47.170" v="5075" actId="26606"/>
          <ac:spMkLst>
            <pc:docMk/>
            <pc:sldMk cId="1903283221" sldId="266"/>
            <ac:spMk id="29" creationId="{0570A85B-3810-4F95-97B0-CBF4CCDB381C}"/>
          </ac:spMkLst>
        </pc:spChg>
        <pc:spChg chg="add mod">
          <ac:chgData name="이승재" userId="1d7995c1-5f7c-4e08-b977-e3b2be4af101" providerId="ADAL" clId="{BB9D004C-F2CB-44EF-961D-BD71BCC36504}" dt="2024-01-23T08:46:50.048" v="5077" actId="26606"/>
          <ac:spMkLst>
            <pc:docMk/>
            <pc:sldMk cId="1903283221" sldId="266"/>
            <ac:spMk id="30" creationId="{EF4E8819-492A-F8D1-34EE-5A5D4CB36B55}"/>
          </ac:spMkLst>
        </pc:spChg>
        <pc:spChg chg="add del">
          <ac:chgData name="이승재" userId="1d7995c1-5f7c-4e08-b977-e3b2be4af101" providerId="ADAL" clId="{BB9D004C-F2CB-44EF-961D-BD71BCC36504}" dt="2024-01-23T08:46:50.048" v="5077" actId="26606"/>
          <ac:spMkLst>
            <pc:docMk/>
            <pc:sldMk cId="1903283221" sldId="266"/>
            <ac:spMk id="35" creationId="{385E1BDC-A9B0-4A87-82E3-F3187F69A802}"/>
          </ac:spMkLst>
        </pc:spChg>
        <pc:spChg chg="add del">
          <ac:chgData name="이승재" userId="1d7995c1-5f7c-4e08-b977-e3b2be4af101" providerId="ADAL" clId="{BB9D004C-F2CB-44EF-961D-BD71BCC36504}" dt="2024-01-23T08:46:50.048" v="5077" actId="26606"/>
          <ac:spMkLst>
            <pc:docMk/>
            <pc:sldMk cId="1903283221" sldId="266"/>
            <ac:spMk id="37" creationId="{0990C621-3B8B-4820-8328-D47EF7CE823C}"/>
          </ac:spMkLst>
        </pc:spChg>
        <pc:spChg chg="add del">
          <ac:chgData name="이승재" userId="1d7995c1-5f7c-4e08-b977-e3b2be4af101" providerId="ADAL" clId="{BB9D004C-F2CB-44EF-961D-BD71BCC36504}" dt="2024-01-23T08:46:50.048" v="5077" actId="26606"/>
          <ac:spMkLst>
            <pc:docMk/>
            <pc:sldMk cId="1903283221" sldId="266"/>
            <ac:spMk id="39" creationId="{C1A2385B-1D2A-4E17-84FA-6CB7F0AAE473}"/>
          </ac:spMkLst>
        </pc:spChg>
        <pc:spChg chg="add del">
          <ac:chgData name="이승재" userId="1d7995c1-5f7c-4e08-b977-e3b2be4af101" providerId="ADAL" clId="{BB9D004C-F2CB-44EF-961D-BD71BCC36504}" dt="2024-01-23T08:46:50.048" v="5077" actId="26606"/>
          <ac:spMkLst>
            <pc:docMk/>
            <pc:sldMk cId="1903283221" sldId="266"/>
            <ac:spMk id="41" creationId="{5E791F2F-79DB-4CC0-9FA1-001E3E91E8B7}"/>
          </ac:spMkLst>
        </pc:spChg>
        <pc:spChg chg="add">
          <ac:chgData name="이승재" userId="1d7995c1-5f7c-4e08-b977-e3b2be4af101" providerId="ADAL" clId="{BB9D004C-F2CB-44EF-961D-BD71BCC36504}" dt="2024-01-23T08:46:50.048" v="5077" actId="26606"/>
          <ac:spMkLst>
            <pc:docMk/>
            <pc:sldMk cId="1903283221" sldId="266"/>
            <ac:spMk id="46" creationId="{2550BE34-C2B8-49B8-8519-67A8CAD51AE9}"/>
          </ac:spMkLst>
        </pc:spChg>
        <pc:spChg chg="add">
          <ac:chgData name="이승재" userId="1d7995c1-5f7c-4e08-b977-e3b2be4af101" providerId="ADAL" clId="{BB9D004C-F2CB-44EF-961D-BD71BCC36504}" dt="2024-01-23T08:46:50.048" v="5077" actId="26606"/>
          <ac:spMkLst>
            <pc:docMk/>
            <pc:sldMk cId="1903283221" sldId="266"/>
            <ac:spMk id="48" creationId="{A7457DD9-5A45-400A-AB4B-4B4EDECA25F1}"/>
          </ac:spMkLst>
        </pc:spChg>
        <pc:spChg chg="add">
          <ac:chgData name="이승재" userId="1d7995c1-5f7c-4e08-b977-e3b2be4af101" providerId="ADAL" clId="{BB9D004C-F2CB-44EF-961D-BD71BCC36504}" dt="2024-01-23T08:46:50.048" v="5077" actId="26606"/>
          <ac:spMkLst>
            <pc:docMk/>
            <pc:sldMk cId="1903283221" sldId="266"/>
            <ac:spMk id="50" creationId="{441CF7D6-A660-431A-B0BB-140A0D5556B6}"/>
          </ac:spMkLst>
        </pc:spChg>
        <pc:spChg chg="add">
          <ac:chgData name="이승재" userId="1d7995c1-5f7c-4e08-b977-e3b2be4af101" providerId="ADAL" clId="{BB9D004C-F2CB-44EF-961D-BD71BCC36504}" dt="2024-01-23T08:46:50.048" v="5077" actId="26606"/>
          <ac:spMkLst>
            <pc:docMk/>
            <pc:sldMk cId="1903283221" sldId="266"/>
            <ac:spMk id="52" creationId="{0570A85B-3810-4F95-97B0-CBF4CCDB381C}"/>
          </ac:spMkLst>
        </pc:spChg>
        <pc:picChg chg="add del mod">
          <ac:chgData name="이승재" userId="1d7995c1-5f7c-4e08-b977-e3b2be4af101" providerId="ADAL" clId="{BB9D004C-F2CB-44EF-961D-BD71BCC36504}" dt="2024-01-23T08:46:48.552" v="5076" actId="478"/>
          <ac:picMkLst>
            <pc:docMk/>
            <pc:sldMk cId="1903283221" sldId="266"/>
            <ac:picMk id="5" creationId="{BEC52384-C6DA-1736-44B0-CE0B30FC718B}"/>
          </ac:picMkLst>
        </pc:picChg>
        <pc:picChg chg="add mod">
          <ac:chgData name="이승재" userId="1d7995c1-5f7c-4e08-b977-e3b2be4af101" providerId="ADAL" clId="{BB9D004C-F2CB-44EF-961D-BD71BCC36504}" dt="2024-01-23T08:46:50.048" v="5077" actId="26606"/>
          <ac:picMkLst>
            <pc:docMk/>
            <pc:sldMk cId="1903283221" sldId="266"/>
            <ac:picMk id="7" creationId="{D875FCE6-6D04-BBC8-B677-811ED88B5DD5}"/>
          </ac:picMkLst>
        </pc:picChg>
      </pc:sldChg>
      <pc:sldChg chg="delSp modSp new mod">
        <pc:chgData name="이승재" userId="1d7995c1-5f7c-4e08-b977-e3b2be4af101" providerId="ADAL" clId="{BB9D004C-F2CB-44EF-961D-BD71BCC36504}" dt="2024-01-23T08:47:11.762" v="5082" actId="20577"/>
        <pc:sldMkLst>
          <pc:docMk/>
          <pc:sldMk cId="1131353816" sldId="267"/>
        </pc:sldMkLst>
        <pc:spChg chg="mod">
          <ac:chgData name="이승재" userId="1d7995c1-5f7c-4e08-b977-e3b2be4af101" providerId="ADAL" clId="{BB9D004C-F2CB-44EF-961D-BD71BCC36504}" dt="2024-01-23T08:47:11.762" v="5082" actId="20577"/>
          <ac:spMkLst>
            <pc:docMk/>
            <pc:sldMk cId="1131353816" sldId="267"/>
            <ac:spMk id="2" creationId="{E0626B36-DA7C-600A-A0A6-64A247C191CE}"/>
          </ac:spMkLst>
        </pc:spChg>
        <pc:spChg chg="del">
          <ac:chgData name="이승재" userId="1d7995c1-5f7c-4e08-b977-e3b2be4af101" providerId="ADAL" clId="{BB9D004C-F2CB-44EF-961D-BD71BCC36504}" dt="2024-01-23T08:47:09.349" v="5079" actId="478"/>
          <ac:spMkLst>
            <pc:docMk/>
            <pc:sldMk cId="1131353816" sldId="267"/>
            <ac:spMk id="3" creationId="{1B7FA381-6919-16C8-D878-A5EBD4E94AB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DA5CE9-7E2C-DCEC-B491-49D47EEF78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4E6A880-18E5-954F-132E-D221AA4EB3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BC01C6-8E14-41E1-A588-3AE346F07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F5286-87F5-4021-BB84-0C4D4B2D8C39}" type="datetimeFigureOut">
              <a:rPr lang="ko-KR" altLang="en-US" smtClean="0"/>
              <a:t>2024-01-23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EE00EF-B1B2-E1E5-792D-DF3B635CC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001129-14CE-3E22-2548-B9CFBDA19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D9599-C1D8-4D01-A5AE-296CBF4051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5239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99A72E-91E5-7BF6-FD72-118E1012F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28C13E-BAF2-E6C6-90CF-A2115A93D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A0256C-814E-344C-7B6A-90C567E60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F5286-87F5-4021-BB84-0C4D4B2D8C39}" type="datetimeFigureOut">
              <a:rPr lang="ko-KR" altLang="en-US" smtClean="0"/>
              <a:t>2024-01-23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3B1DEB-76BE-6799-9A1A-00C4A9169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B8EBB7-50D1-F4F0-20C7-D873A1C5D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D9599-C1D8-4D01-A5AE-296CBF4051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7116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AF7E99-95C7-21BE-E857-8840AFA87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3CBB8A-73D3-5F7A-752D-9A10845E8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426E9C-DBD5-1CBA-FB6D-FCE9D3D87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F5286-87F5-4021-BB84-0C4D4B2D8C39}" type="datetimeFigureOut">
              <a:rPr lang="ko-KR" altLang="en-US" smtClean="0"/>
              <a:t>2024-01-23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D183EE-07FB-EEE0-1647-00B7025B3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B8B182-8F37-E528-ACB3-F1990243A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D9599-C1D8-4D01-A5AE-296CBF4051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857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CF134F-022B-D2B8-CEA4-A198FF5DB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71E012-5491-DEE5-3192-AD022D0852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EB18F5-401C-5D4F-B85C-49D152BCC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052C70-DBB5-08A9-C420-BD70AAF0F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F5286-87F5-4021-BB84-0C4D4B2D8C39}" type="datetimeFigureOut">
              <a:rPr lang="ko-KR" altLang="en-US" smtClean="0"/>
              <a:t>2024-01-23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B303C4-B702-8644-ADE4-069267837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A944EE-929D-F3F2-2E60-7895A7994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D9599-C1D8-4D01-A5AE-296CBF4051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265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A52FD3-ED99-CF64-023F-38EEC8F4C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1633DB-E133-D3FB-CD05-A6D1EBB50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3AC848-D75B-0B4F-3BCF-2C6B3FD615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F253091-1216-A6B3-C11C-B191E83585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0242DB1-F5F9-407F-C638-43BE308F64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C85A582-EE3A-4C11-7EB9-A963B0461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F5286-87F5-4021-BB84-0C4D4B2D8C39}" type="datetimeFigureOut">
              <a:rPr lang="ko-KR" altLang="en-US" smtClean="0"/>
              <a:t>2024-01-23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9E91221-AA26-30F0-2CFB-B41B02F86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B88C533-56C2-8282-E9D9-F48EB5642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D9599-C1D8-4D01-A5AE-296CBF4051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2342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805924-9D9C-0100-518B-8E1FFC46A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618F232-432D-3B53-A22A-2FE76D1B3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F5286-87F5-4021-BB84-0C4D4B2D8C39}" type="datetimeFigureOut">
              <a:rPr lang="ko-KR" altLang="en-US" smtClean="0"/>
              <a:t>2024-01-23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1282827-EE8E-292F-AE15-A26786561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8B9CFBB-C684-29C4-382F-137785AD6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D9599-C1D8-4D01-A5AE-296CBF4051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8409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D396C8-46BC-A734-F89A-28AD050C6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F5286-87F5-4021-BB84-0C4D4B2D8C39}" type="datetimeFigureOut">
              <a:rPr lang="ko-KR" altLang="en-US" smtClean="0"/>
              <a:t>2024-01-23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A26C2B1-BCBB-FFC7-C936-ED50CE885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E3DA6C-B7C4-C2BF-2728-A71439D94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D9599-C1D8-4D01-A5AE-296CBF4051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1395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38A224-40E6-F64C-C35B-72D3FA4D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ECCCC3-BE70-A145-3411-1F6DCC2FE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D262EE6-DC59-1866-E7DC-E6BBA5D65C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F2619E-EB53-E28B-B54F-18494A467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F5286-87F5-4021-BB84-0C4D4B2D8C39}" type="datetimeFigureOut">
              <a:rPr lang="ko-KR" altLang="en-US" smtClean="0"/>
              <a:t>2024-01-23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E4BEC4-43EC-C52C-A053-9B4B434F2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255C5D-148F-58C7-A4BA-0C526B77A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D9599-C1D8-4D01-A5AE-296CBF4051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8332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DEC97A-CDFE-7C80-110F-B096DDEE2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19EAC52-16F8-3D1F-54DB-41AAB9B1A3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2C86593-82FD-FD6C-9F78-22C2E0FD5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0BFEF9C-F58B-04E6-BC5A-AF576EBE4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F5286-87F5-4021-BB84-0C4D4B2D8C39}" type="datetimeFigureOut">
              <a:rPr lang="ko-KR" altLang="en-US" smtClean="0"/>
              <a:t>2024-01-23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5BF08E-799B-F59D-3A1D-77A6269FD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6ABDDE-F6D3-DDD1-FA40-A280FED99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D9599-C1D8-4D01-A5AE-296CBF4051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560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CC4444-B70A-9B24-0905-0CF2BB287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24D90F0-4A17-5CFC-37BF-EFF7BD3636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D51496-0218-86C5-E48C-85827F017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F5286-87F5-4021-BB84-0C4D4B2D8C39}" type="datetimeFigureOut">
              <a:rPr lang="ko-KR" altLang="en-US" smtClean="0"/>
              <a:t>2024-01-23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2F8B9D-A12E-7E60-9289-2D8B9663D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5F5834-8051-52B0-9672-3588FA18B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D9599-C1D8-4D01-A5AE-296CBF4051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934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407A3F-3F53-E888-6E27-C3B3A3D8F1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F80A895-6B13-3BC6-6251-2622F1298C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AA04A9-074A-4982-09A8-ADD14BF86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F5286-87F5-4021-BB84-0C4D4B2D8C39}" type="datetimeFigureOut">
              <a:rPr lang="ko-KR" altLang="en-US" smtClean="0"/>
              <a:t>2024-01-23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6A4F0E-8011-7BF5-7185-28C20CAD5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28AB98-37E2-DE5D-AF6D-5091C208F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D9599-C1D8-4D01-A5AE-296CBF4051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6626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1072E78-1D2C-BFD1-5665-91CD5FAB4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F5AA47-5B5F-4BFE-6AE0-BA899084E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23123F-056A-C1B5-97C2-807B88FC01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FF5286-87F5-4021-BB84-0C4D4B2D8C39}" type="datetimeFigureOut">
              <a:rPr lang="ko-KR" altLang="en-US" smtClean="0"/>
              <a:t>2024-01-23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6FA29E-457F-DD10-6A90-6BEA565C4A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973F99-D85B-213B-42B4-A4BFDF66F7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3D9599-C1D8-4D01-A5AE-296CBF4051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9679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6F91F5-2107-2FF7-CF1F-E9621FD260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성적 조회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EB28728-B654-E720-EAE0-970840F3A6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set::</a:t>
            </a:r>
            <a:r>
              <a:rPr lang="en-US" altLang="ko-KR" dirty="0" err="1"/>
              <a:t>lower_bound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E09A9C-11F3-F58A-6B3D-C4984D283160}"/>
              </a:ext>
            </a:extLst>
          </p:cNvPr>
          <p:cNvSpPr txBox="1"/>
          <p:nvPr/>
        </p:nvSpPr>
        <p:spPr>
          <a:xfrm>
            <a:off x="9565105" y="6244389"/>
            <a:ext cx="2161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2024-01-22 </a:t>
            </a:r>
            <a:r>
              <a:rPr lang="ko-KR" altLang="en-US" dirty="0"/>
              <a:t>이승재</a:t>
            </a:r>
          </a:p>
        </p:txBody>
      </p:sp>
    </p:spTree>
    <p:extLst>
      <p:ext uri="{BB962C8B-B14F-4D97-AF65-F5344CB8AC3E}">
        <p14:creationId xmlns:p14="http://schemas.microsoft.com/office/powerpoint/2010/main" val="2880349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1C4494-A92D-4F7F-C3EB-D59DA6782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627"/>
            <a:ext cx="10515600" cy="1325563"/>
          </a:xfrm>
        </p:spPr>
        <p:txBody>
          <a:bodyPr/>
          <a:lstStyle/>
          <a:p>
            <a:r>
              <a:rPr lang="ko-KR" altLang="en-US" dirty="0"/>
              <a:t>문제 소개</a:t>
            </a:r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06C854D5-C41F-7C41-452E-AEE77C0FFE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6352175"/>
              </p:ext>
            </p:extLst>
          </p:nvPr>
        </p:nvGraphicFramePr>
        <p:xfrm>
          <a:off x="838203" y="1293811"/>
          <a:ext cx="10515597" cy="42703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59224069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14944868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89078695"/>
                    </a:ext>
                  </a:extLst>
                </a:gridCol>
              </a:tblGrid>
              <a:tr h="6100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학년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성별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ym typeface="Wingdings" panose="05000000000000000000" pitchFamily="2" charset="2"/>
                        </a:rPr>
                        <a:t> ID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를 저장하는 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set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109817"/>
                  </a:ext>
                </a:extLst>
              </a:tr>
              <a:tr h="61005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학년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{3, 1, 4, 2, 5}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8237080"/>
                  </a:ext>
                </a:extLst>
              </a:tr>
              <a:tr h="61005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{9, 8, 6, 7}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9816315"/>
                  </a:ext>
                </a:extLst>
              </a:tr>
              <a:tr h="61005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학년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….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7811418"/>
                  </a:ext>
                </a:extLst>
              </a:tr>
              <a:tr h="61005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762452"/>
                  </a:ext>
                </a:extLst>
              </a:tr>
              <a:tr h="61005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r>
                        <a:rPr lang="ko-KR" altLang="en-US" dirty="0"/>
                        <a:t>학년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386456"/>
                  </a:ext>
                </a:extLst>
              </a:tr>
              <a:tr h="61005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92907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8993282-D989-B2AE-47FC-56ECB3C3C88A}"/>
              </a:ext>
            </a:extLst>
          </p:cNvPr>
          <p:cNvSpPr txBox="1"/>
          <p:nvPr/>
        </p:nvSpPr>
        <p:spPr>
          <a:xfrm>
            <a:off x="838197" y="5772736"/>
            <a:ext cx="84721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각 </a:t>
            </a:r>
            <a:r>
              <a:rPr lang="en-US" altLang="ko-KR" dirty="0"/>
              <a:t>set</a:t>
            </a:r>
            <a:r>
              <a:rPr lang="ko-KR" altLang="en-US" dirty="0"/>
              <a:t>마다 특정 점수 이상의 학생 중 점수가 가장 낮은 학생의 </a:t>
            </a:r>
            <a:r>
              <a:rPr lang="en-US" altLang="ko-KR" dirty="0"/>
              <a:t>ID</a:t>
            </a:r>
            <a:r>
              <a:rPr lang="ko-KR" altLang="en-US" dirty="0"/>
              <a:t>를 구하는 문제</a:t>
            </a:r>
            <a:endParaRPr lang="en-US" altLang="ko-KR" dirty="0"/>
          </a:p>
          <a:p>
            <a:r>
              <a:rPr lang="ko-KR" altLang="en-US" dirty="0"/>
              <a:t>또는</a:t>
            </a:r>
            <a:r>
              <a:rPr lang="en-US" altLang="ko-KR" dirty="0"/>
              <a:t>, </a:t>
            </a:r>
            <a:r>
              <a:rPr lang="ko-KR" altLang="en-US" dirty="0"/>
              <a:t>각 </a:t>
            </a:r>
            <a:r>
              <a:rPr lang="en-US" altLang="ko-KR" dirty="0"/>
              <a:t>set</a:t>
            </a:r>
            <a:r>
              <a:rPr lang="ko-KR" altLang="en-US" dirty="0"/>
              <a:t>마다 </a:t>
            </a:r>
            <a:r>
              <a:rPr lang="en-US" altLang="ko-KR" dirty="0" err="1"/>
              <a:t>lower_bound</a:t>
            </a:r>
            <a:r>
              <a:rPr lang="ko-KR" altLang="en-US" dirty="0"/>
              <a:t>를 구하는 문제</a:t>
            </a:r>
          </a:p>
        </p:txBody>
      </p:sp>
    </p:spTree>
    <p:extLst>
      <p:ext uri="{BB962C8B-B14F-4D97-AF65-F5344CB8AC3E}">
        <p14:creationId xmlns:p14="http://schemas.microsoft.com/office/powerpoint/2010/main" val="266837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DCFFB5-A8BC-BA39-1924-F33BB01E7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소개 </a:t>
            </a:r>
            <a:r>
              <a:rPr lang="en-US" altLang="ko-KR" dirty="0"/>
              <a:t>- </a:t>
            </a:r>
            <a:r>
              <a:rPr lang="en-US" altLang="ko-KR" dirty="0" err="1"/>
              <a:t>init</a:t>
            </a:r>
            <a:endParaRPr lang="ko-KR" altLang="en-US" dirty="0"/>
          </a:p>
        </p:txBody>
      </p:sp>
      <p:graphicFrame>
        <p:nvGraphicFramePr>
          <p:cNvPr id="9" name="내용 개체 틀 8">
            <a:extLst>
              <a:ext uri="{FF2B5EF4-FFF2-40B4-BE49-F238E27FC236}">
                <a16:creationId xmlns:a16="http://schemas.microsoft.com/office/drawing/2014/main" id="{2287A9BF-600C-5B94-19EC-0D2EB52457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3932319"/>
              </p:ext>
            </p:extLst>
          </p:nvPr>
        </p:nvGraphicFramePr>
        <p:xfrm>
          <a:off x="838200" y="1825625"/>
          <a:ext cx="10515600" cy="26918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1669746933"/>
                    </a:ext>
                  </a:extLst>
                </a:gridCol>
              </a:tblGrid>
              <a:tr h="5165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void </a:t>
                      </a:r>
                      <a:r>
                        <a:rPr lang="en-US" altLang="ko-KR" dirty="0" err="1"/>
                        <a:t>init</a:t>
                      </a:r>
                      <a:r>
                        <a:rPr lang="en-US" altLang="ko-KR" dirty="0"/>
                        <a:t>()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063229"/>
                  </a:ext>
                </a:extLst>
              </a:tr>
              <a:tr h="217529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각 </a:t>
                      </a:r>
                      <a:r>
                        <a:rPr lang="en-US" altLang="ko-KR" dirty="0" err="1"/>
                        <a:t>tc</a:t>
                      </a:r>
                      <a:r>
                        <a:rPr lang="ko-KR" altLang="en-US" dirty="0"/>
                        <a:t>처음에 호출된다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latinLnBrk="1"/>
                      <a:r>
                        <a:rPr lang="ko-KR" altLang="en-US" dirty="0"/>
                        <a:t>등록된 성적이 없는 상태가 된다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285750" indent="-285750" latinLnBrk="1">
                        <a:buFont typeface="Wingdings" panose="05000000000000000000" pitchFamily="2" charset="2"/>
                        <a:buChar char="è"/>
                      </a:pPr>
                      <a:r>
                        <a:rPr lang="ko-KR" altLang="en-US" dirty="0">
                          <a:sym typeface="Wingdings" panose="05000000000000000000" pitchFamily="2" charset="2"/>
                        </a:rPr>
                        <a:t>관리해주는 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6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개의 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set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을 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clear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해준다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.</a:t>
                      </a:r>
                    </a:p>
                    <a:p>
                      <a:pPr marL="285750" indent="-285750" latinLnBrk="1">
                        <a:buFont typeface="Wingdings" panose="05000000000000000000" pitchFamily="2" charset="2"/>
                        <a:buChar char="è"/>
                      </a:pPr>
                      <a:endParaRPr lang="en-US" altLang="ko-KR" dirty="0">
                        <a:sym typeface="Wingdings" panose="05000000000000000000" pitchFamily="2" charset="2"/>
                      </a:endParaRPr>
                    </a:p>
                    <a:p>
                      <a:pPr marL="285750" indent="-285750" latinLnBrk="1">
                        <a:buFont typeface="Wingdings" panose="05000000000000000000" pitchFamily="2" charset="2"/>
                        <a:buChar char="è"/>
                      </a:pPr>
                      <a:r>
                        <a:rPr lang="en-US" altLang="ko-KR" dirty="0">
                          <a:sym typeface="Wingdings" panose="05000000000000000000" pitchFamily="2" charset="2"/>
                        </a:rPr>
                        <a:t>Easy!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5769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4202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B301D5-D5DF-7B69-649E-5842E876E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소개 </a:t>
            </a:r>
            <a:r>
              <a:rPr lang="en-US" altLang="ko-KR" dirty="0"/>
              <a:t>– add,</a:t>
            </a:r>
            <a:r>
              <a:rPr lang="ko-KR" altLang="en-US" dirty="0"/>
              <a:t> </a:t>
            </a:r>
            <a:r>
              <a:rPr lang="en-US" altLang="ko-KR" dirty="0"/>
              <a:t>remove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2C90DB2C-1019-801D-55F4-8051493C84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2216891"/>
              </p:ext>
            </p:extLst>
          </p:nvPr>
        </p:nvGraphicFramePr>
        <p:xfrm>
          <a:off x="838200" y="1504783"/>
          <a:ext cx="10515600" cy="43185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85376017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654401622"/>
                    </a:ext>
                  </a:extLst>
                </a:gridCol>
              </a:tblGrid>
              <a:tr h="6609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int add(int id, int grade, int gender[7], int score)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 remove(int id)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5940367"/>
                  </a:ext>
                </a:extLst>
              </a:tr>
              <a:tr h="12769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 </a:t>
                      </a:r>
                      <a:r>
                        <a:rPr lang="ko-KR" altLang="en-US" dirty="0"/>
                        <a:t>새로운 학생을 추가한다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latinLnBrk="1"/>
                      <a:r>
                        <a:rPr lang="en-US" altLang="ko-KR" b="0" dirty="0"/>
                        <a:t>2. </a:t>
                      </a:r>
                      <a:r>
                        <a:rPr lang="ko-KR" altLang="en-US" b="0" dirty="0"/>
                        <a:t>시스템에 이미 있는 </a:t>
                      </a:r>
                      <a:r>
                        <a:rPr lang="en-US" altLang="ko-KR" b="0" dirty="0"/>
                        <a:t>ID</a:t>
                      </a:r>
                      <a:r>
                        <a:rPr lang="ko-KR" altLang="en-US" b="0" dirty="0"/>
                        <a:t>는 주어지지 않는다</a:t>
                      </a:r>
                      <a:r>
                        <a:rPr lang="en-US" altLang="ko-KR" b="0" dirty="0"/>
                        <a:t>. </a:t>
                      </a:r>
                      <a:r>
                        <a:rPr lang="ko-KR" altLang="en-US" b="0" dirty="0"/>
                        <a:t>다만</a:t>
                      </a:r>
                      <a:r>
                        <a:rPr lang="en-US" altLang="ko-KR" b="0" dirty="0"/>
                        <a:t>, </a:t>
                      </a:r>
                      <a:r>
                        <a:rPr lang="ko-KR" altLang="en-US" b="0" dirty="0"/>
                        <a:t>기록이 삭제된 후 다시 추가될 수는 있다</a:t>
                      </a:r>
                      <a:r>
                        <a:rPr lang="en-US" altLang="ko-KR" b="0" dirty="0"/>
                        <a:t>.</a:t>
                      </a:r>
                    </a:p>
                    <a:p>
                      <a:pPr latinLnBrk="1"/>
                      <a:r>
                        <a:rPr lang="en-US" altLang="ko-KR" b="1" dirty="0"/>
                        <a:t>3. </a:t>
                      </a:r>
                      <a:r>
                        <a:rPr lang="ko-KR" altLang="en-US" b="1" dirty="0"/>
                        <a:t>동일한 </a:t>
                      </a:r>
                      <a:r>
                        <a:rPr lang="en-US" altLang="ko-KR" b="1" dirty="0"/>
                        <a:t>set</a:t>
                      </a:r>
                      <a:r>
                        <a:rPr lang="ko-KR" altLang="en-US" b="1" dirty="0"/>
                        <a:t>에서 점수가 가장 높은 학생</a:t>
                      </a:r>
                      <a:r>
                        <a:rPr lang="en-US" altLang="ko-KR" b="1" dirty="0"/>
                        <a:t>(</a:t>
                      </a:r>
                      <a:r>
                        <a:rPr lang="ko-KR" altLang="en-US" b="1" dirty="0" err="1"/>
                        <a:t>여러명</a:t>
                      </a:r>
                      <a:r>
                        <a:rPr lang="ko-KR" altLang="en-US" b="1" dirty="0"/>
                        <a:t> 이라면 </a:t>
                      </a:r>
                      <a:r>
                        <a:rPr lang="en-US" altLang="ko-KR" b="1" dirty="0"/>
                        <a:t>ID</a:t>
                      </a:r>
                      <a:r>
                        <a:rPr lang="ko-KR" altLang="en-US" b="1" dirty="0"/>
                        <a:t>가 가장 큰</a:t>
                      </a:r>
                      <a:r>
                        <a:rPr lang="en-US" altLang="ko-KR" b="1" dirty="0"/>
                        <a:t>)</a:t>
                      </a:r>
                      <a:r>
                        <a:rPr lang="ko-KR" altLang="en-US" b="1" dirty="0"/>
                        <a:t>을 반환한다</a:t>
                      </a:r>
                      <a:r>
                        <a:rPr lang="en-US" altLang="ko-KR" b="1" dirty="0"/>
                        <a:t>.</a:t>
                      </a:r>
                    </a:p>
                    <a:p>
                      <a:pPr latinLnBrk="1"/>
                      <a:r>
                        <a:rPr lang="en-US" altLang="ko-KR" b="1" dirty="0"/>
                        <a:t>4. </a:t>
                      </a:r>
                      <a:r>
                        <a:rPr lang="ko-KR" altLang="en-US" b="1" dirty="0"/>
                        <a:t>각 </a:t>
                      </a:r>
                      <a:r>
                        <a:rPr lang="en-US" altLang="ko-KR" b="1" dirty="0"/>
                        <a:t>TC</a:t>
                      </a:r>
                      <a:r>
                        <a:rPr lang="ko-KR" altLang="en-US" b="1" dirty="0"/>
                        <a:t>에서 호출 횟수는 </a:t>
                      </a:r>
                      <a:r>
                        <a:rPr lang="en-US" altLang="ko-KR" b="1" dirty="0"/>
                        <a:t>20,000 </a:t>
                      </a:r>
                      <a:r>
                        <a:rPr lang="ko-KR" altLang="en-US" b="1" dirty="0"/>
                        <a:t>이하이다</a:t>
                      </a:r>
                      <a:r>
                        <a:rPr lang="en-US" altLang="ko-KR" b="1" dirty="0"/>
                        <a:t>.</a:t>
                      </a:r>
                    </a:p>
                    <a:p>
                      <a:pPr latinLnBrk="1"/>
                      <a:r>
                        <a:rPr lang="en-US" altLang="ko-KR" b="1" dirty="0"/>
                        <a:t>Parameters</a:t>
                      </a:r>
                    </a:p>
                    <a:p>
                      <a:pPr latinLnBrk="1"/>
                      <a:r>
                        <a:rPr lang="en-US" altLang="ko-KR" b="0" dirty="0"/>
                        <a:t>Id: </a:t>
                      </a:r>
                      <a:r>
                        <a:rPr lang="ko-KR" altLang="en-US" b="0" dirty="0"/>
                        <a:t>학생의 </a:t>
                      </a:r>
                      <a:r>
                        <a:rPr lang="en-US" altLang="ko-KR" b="0" dirty="0"/>
                        <a:t>ID ( 1 ≤ </a:t>
                      </a:r>
                      <a:r>
                        <a:rPr lang="en-US" altLang="ko-KR" b="0" dirty="0" err="1"/>
                        <a:t>mId</a:t>
                      </a:r>
                      <a:r>
                        <a:rPr lang="en-US" altLang="ko-KR" b="0" dirty="0"/>
                        <a:t> ≤ 1,000,000,000 )</a:t>
                      </a:r>
                    </a:p>
                    <a:p>
                      <a:pPr latinLnBrk="1"/>
                      <a:r>
                        <a:rPr lang="en-US" altLang="ko-KR" b="0" dirty="0"/>
                        <a:t>grade: </a:t>
                      </a:r>
                      <a:r>
                        <a:rPr lang="ko-KR" altLang="en-US" b="0" dirty="0"/>
                        <a:t>학생의 학년 </a:t>
                      </a:r>
                      <a:r>
                        <a:rPr lang="en-US" altLang="ko-KR" b="0" dirty="0"/>
                        <a:t>( 1 ≤ </a:t>
                      </a:r>
                      <a:r>
                        <a:rPr lang="en-US" altLang="ko-KR" b="0" dirty="0" err="1"/>
                        <a:t>mGrade</a:t>
                      </a:r>
                      <a:r>
                        <a:rPr lang="en-US" altLang="ko-KR" b="0" dirty="0"/>
                        <a:t> ≤ 3 )</a:t>
                      </a:r>
                    </a:p>
                    <a:p>
                      <a:pPr latinLnBrk="1"/>
                      <a:r>
                        <a:rPr lang="en-US" altLang="ko-KR" b="0" dirty="0"/>
                        <a:t>gender: </a:t>
                      </a:r>
                      <a:r>
                        <a:rPr lang="ko-KR" altLang="en-US" b="0" dirty="0"/>
                        <a:t>학생의 성별 </a:t>
                      </a:r>
                      <a:r>
                        <a:rPr lang="en-US" altLang="ko-KR" b="0" dirty="0"/>
                        <a:t>(</a:t>
                      </a:r>
                      <a:r>
                        <a:rPr lang="ko-KR" altLang="en-US" b="0" dirty="0"/>
                        <a:t>남 </a:t>
                      </a:r>
                      <a:r>
                        <a:rPr lang="en-US" altLang="ko-KR" b="0" dirty="0"/>
                        <a:t>or </a:t>
                      </a:r>
                      <a:r>
                        <a:rPr lang="ko-KR" altLang="en-US" b="0" dirty="0"/>
                        <a:t>여</a:t>
                      </a:r>
                      <a:r>
                        <a:rPr lang="en-US" altLang="ko-KR" b="0" dirty="0"/>
                        <a:t>)</a:t>
                      </a:r>
                    </a:p>
                    <a:p>
                      <a:pPr latinLnBrk="1"/>
                      <a:r>
                        <a:rPr lang="en-US" altLang="ko-KR" b="0" dirty="0"/>
                        <a:t>score: </a:t>
                      </a:r>
                      <a:r>
                        <a:rPr lang="ko-KR" altLang="en-US" b="0" dirty="0"/>
                        <a:t>학생의 점수 </a:t>
                      </a:r>
                      <a:r>
                        <a:rPr lang="en-US" altLang="ko-KR" b="0" dirty="0"/>
                        <a:t>( 0 ≤ </a:t>
                      </a:r>
                      <a:r>
                        <a:rPr lang="en-US" altLang="ko-KR" b="0" dirty="0" err="1"/>
                        <a:t>mScore</a:t>
                      </a:r>
                      <a:r>
                        <a:rPr lang="en-US" altLang="ko-KR" b="0" dirty="0"/>
                        <a:t> ≤ 300,000 )</a:t>
                      </a:r>
                    </a:p>
                    <a:p>
                      <a:pPr latinLnBrk="1"/>
                      <a:endParaRPr lang="en-US" altLang="ko-KR" b="0" dirty="0"/>
                    </a:p>
                    <a:p>
                      <a:pPr latinLnBrk="1"/>
                      <a:endParaRPr lang="ko-KR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dirty="0"/>
                        <a:t>학생 </a:t>
                      </a:r>
                      <a:r>
                        <a:rPr lang="en-US" altLang="ko-KR" dirty="0"/>
                        <a:t>id</a:t>
                      </a:r>
                      <a:r>
                        <a:rPr lang="ko-KR" altLang="en-US" dirty="0"/>
                        <a:t>를 삭제한다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dirty="0"/>
                        <a:t>시스템에 </a:t>
                      </a:r>
                      <a:r>
                        <a:rPr lang="en-US" altLang="ko-KR" dirty="0"/>
                        <a:t>id</a:t>
                      </a:r>
                      <a:r>
                        <a:rPr lang="ko-KR" altLang="en-US" dirty="0"/>
                        <a:t>가 없으면 </a:t>
                      </a:r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을 반환한다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dirty="0"/>
                        <a:t>삭제 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동일한 </a:t>
                      </a:r>
                      <a:r>
                        <a:rPr lang="en-US" altLang="ko-KR" dirty="0"/>
                        <a:t>set</a:t>
                      </a:r>
                      <a:r>
                        <a:rPr lang="ko-KR" altLang="en-US" dirty="0"/>
                        <a:t>에서 점수가 가장 낮은 학생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 err="1"/>
                        <a:t>여러명이라면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ID</a:t>
                      </a:r>
                      <a:r>
                        <a:rPr lang="ko-KR" altLang="en-US" dirty="0"/>
                        <a:t>가 가장 작은</a:t>
                      </a:r>
                      <a:r>
                        <a:rPr lang="en-US" altLang="ko-KR" dirty="0"/>
                        <a:t>)</a:t>
                      </a:r>
                      <a:r>
                        <a:rPr lang="ko-KR" altLang="en-US" dirty="0"/>
                        <a:t>을 반환한다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dirty="0"/>
                        <a:t>삭제 후 </a:t>
                      </a:r>
                      <a:r>
                        <a:rPr lang="en-US" altLang="ko-KR" dirty="0"/>
                        <a:t>set</a:t>
                      </a:r>
                      <a:r>
                        <a:rPr lang="ko-KR" altLang="en-US" dirty="0"/>
                        <a:t>이 비었다면 </a:t>
                      </a:r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을 반환한다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b="1" dirty="0"/>
                        <a:t>각 </a:t>
                      </a:r>
                      <a:r>
                        <a:rPr lang="en-US" altLang="ko-KR" b="1" dirty="0"/>
                        <a:t>TC</a:t>
                      </a:r>
                      <a:r>
                        <a:rPr lang="ko-KR" altLang="en-US" b="1" dirty="0"/>
                        <a:t>에서 모든 함수의 호출 횟수는 </a:t>
                      </a:r>
                      <a:r>
                        <a:rPr lang="en-US" altLang="ko-KR" b="1" dirty="0"/>
                        <a:t>80,000 </a:t>
                      </a:r>
                      <a:r>
                        <a:rPr lang="ko-KR" altLang="en-US" b="1" dirty="0"/>
                        <a:t>이하이다</a:t>
                      </a:r>
                      <a:r>
                        <a:rPr lang="en-US" altLang="ko-KR" b="1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56279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177DA0C-1942-BBEB-8FDC-CC201A2D2429}"/>
              </a:ext>
            </a:extLst>
          </p:cNvPr>
          <p:cNvSpPr txBox="1"/>
          <p:nvPr/>
        </p:nvSpPr>
        <p:spPr>
          <a:xfrm>
            <a:off x="838200" y="6000264"/>
            <a:ext cx="7727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최솟값</a:t>
            </a:r>
            <a:r>
              <a:rPr lang="en-US" altLang="ko-KR" dirty="0"/>
              <a:t>, </a:t>
            </a:r>
            <a:r>
              <a:rPr lang="ko-KR" altLang="en-US" dirty="0"/>
              <a:t>최댓값을 구해야 하므로</a:t>
            </a:r>
            <a:r>
              <a:rPr lang="en-US" altLang="ko-KR" dirty="0"/>
              <a:t> </a:t>
            </a:r>
            <a:r>
              <a:rPr lang="ko-KR" altLang="en-US" dirty="0"/>
              <a:t>더욱더 </a:t>
            </a:r>
            <a:r>
              <a:rPr lang="en-US" altLang="ko-KR" dirty="0"/>
              <a:t>std::set, </a:t>
            </a:r>
            <a:r>
              <a:rPr lang="en-US" altLang="ko-KR" dirty="0" err="1"/>
              <a:t>TreeSet</a:t>
            </a:r>
            <a:r>
              <a:rPr lang="ko-KR" altLang="en-US" dirty="0"/>
              <a:t>에 확신이 생긴다</a:t>
            </a:r>
            <a:r>
              <a:rPr lang="en-US" altLang="ko-KR" dirty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3209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AB3CF-381F-6BCA-5210-BCC0F7EBA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소개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9DB18144-53D8-3A4E-6D70-D702566FBD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8053576"/>
              </p:ext>
            </p:extLst>
          </p:nvPr>
        </p:nvGraphicFramePr>
        <p:xfrm>
          <a:off x="838200" y="1825625"/>
          <a:ext cx="10515600" cy="3338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458609202"/>
                    </a:ext>
                  </a:extLst>
                </a:gridCol>
              </a:tblGrid>
              <a:tr h="7777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 query(grade</a:t>
                      </a:r>
                      <a:r>
                        <a:rPr lang="ko-KR" altLang="en-US" dirty="0"/>
                        <a:t>배열</a:t>
                      </a:r>
                      <a:r>
                        <a:rPr lang="en-US" altLang="ko-KR" dirty="0"/>
                        <a:t>, gender</a:t>
                      </a:r>
                      <a:r>
                        <a:rPr lang="ko-KR" altLang="en-US" dirty="0"/>
                        <a:t>배열</a:t>
                      </a:r>
                      <a:r>
                        <a:rPr lang="en-US" altLang="ko-KR" dirty="0"/>
                        <a:t>, int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score)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7502735"/>
                  </a:ext>
                </a:extLst>
              </a:tr>
              <a:tr h="2491101">
                <a:tc>
                  <a:txBody>
                    <a:bodyPr/>
                    <a:lstStyle/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dirty="0"/>
                        <a:t>학년이 </a:t>
                      </a:r>
                      <a:r>
                        <a:rPr lang="en-US" altLang="ko-KR" dirty="0"/>
                        <a:t>grade</a:t>
                      </a:r>
                      <a:r>
                        <a:rPr lang="ko-KR" altLang="en-US" dirty="0"/>
                        <a:t>에 속하고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성별이 </a:t>
                      </a:r>
                      <a:r>
                        <a:rPr lang="en-US" altLang="ko-KR" dirty="0"/>
                        <a:t>gender</a:t>
                      </a:r>
                      <a:r>
                        <a:rPr lang="ko-KR" altLang="en-US" dirty="0"/>
                        <a:t>에 속하는 모든 조합에 대하여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점수가 </a:t>
                      </a:r>
                      <a:r>
                        <a:rPr lang="en-US" altLang="ko-KR" dirty="0"/>
                        <a:t>score</a:t>
                      </a:r>
                      <a:r>
                        <a:rPr lang="ko-KR" altLang="en-US" dirty="0"/>
                        <a:t>이상인 학생 중에서 가장 낮은 학생의 </a:t>
                      </a:r>
                      <a:r>
                        <a:rPr lang="en-US" altLang="ko-KR" dirty="0"/>
                        <a:t>id</a:t>
                      </a:r>
                      <a:r>
                        <a:rPr lang="ko-KR" altLang="en-US" dirty="0"/>
                        <a:t>를 반환한다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이러한 학생이 여러 명이면 </a:t>
                      </a:r>
                      <a:r>
                        <a:rPr lang="en-US" altLang="ko-KR" dirty="0"/>
                        <a:t>id</a:t>
                      </a:r>
                      <a:r>
                        <a:rPr lang="ko-KR" altLang="en-US" dirty="0"/>
                        <a:t>가 가장 작은 학생을 반환한다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dirty="0"/>
                        <a:t>점수가 </a:t>
                      </a:r>
                      <a:r>
                        <a:rPr lang="en-US" altLang="ko-KR" dirty="0"/>
                        <a:t>score</a:t>
                      </a:r>
                      <a:r>
                        <a:rPr lang="ko-KR" altLang="en-US" dirty="0"/>
                        <a:t>이상인 학생이 없다면 </a:t>
                      </a:r>
                      <a:r>
                        <a:rPr lang="en-US" altLang="ko-KR" dirty="0"/>
                        <a:t>0</a:t>
                      </a:r>
                      <a:r>
                        <a:rPr lang="ko-KR" altLang="en-US" dirty="0"/>
                        <a:t>을 반환하라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dirty="0"/>
                        <a:t>각 </a:t>
                      </a:r>
                      <a:r>
                        <a:rPr lang="en-US" altLang="ko-KR" dirty="0"/>
                        <a:t>TC</a:t>
                      </a:r>
                      <a:r>
                        <a:rPr lang="ko-KR" altLang="en-US" dirty="0"/>
                        <a:t>에서 모든 함수의 호출 횟수는 </a:t>
                      </a:r>
                      <a:r>
                        <a:rPr lang="en-US" altLang="ko-KR" dirty="0"/>
                        <a:t>80,000</a:t>
                      </a:r>
                      <a:r>
                        <a:rPr lang="ko-KR" altLang="en-US" dirty="0"/>
                        <a:t> 이하이다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b="1" dirty="0"/>
                        <a:t>Parameters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b="1" dirty="0"/>
                        <a:t>grade</a:t>
                      </a:r>
                      <a:r>
                        <a:rPr lang="ko-KR" altLang="en-US" b="1" dirty="0"/>
                        <a:t>배열의 크기 </a:t>
                      </a:r>
                      <a:r>
                        <a:rPr lang="en-US" altLang="ko-KR" b="1" dirty="0"/>
                        <a:t>3 </a:t>
                      </a:r>
                      <a:r>
                        <a:rPr lang="ko-KR" altLang="en-US" b="1" dirty="0"/>
                        <a:t>이하</a:t>
                      </a:r>
                      <a:endParaRPr lang="en-US" altLang="ko-KR" b="1" dirty="0"/>
                    </a:p>
                    <a:p>
                      <a:pPr marL="0" indent="0" latinLnBrk="1">
                        <a:buNone/>
                      </a:pPr>
                      <a:r>
                        <a:rPr lang="en-US" altLang="ko-KR" b="1" dirty="0"/>
                        <a:t>gender</a:t>
                      </a:r>
                      <a:r>
                        <a:rPr lang="ko-KR" altLang="en-US" b="1" dirty="0"/>
                        <a:t>배열의 크기 </a:t>
                      </a:r>
                      <a:r>
                        <a:rPr lang="en-US" altLang="ko-KR" b="1" dirty="0"/>
                        <a:t>2 </a:t>
                      </a:r>
                      <a:r>
                        <a:rPr lang="ko-KR" altLang="en-US" b="1" dirty="0"/>
                        <a:t>이하</a:t>
                      </a:r>
                      <a:endParaRPr lang="en-US" altLang="ko-KR" b="1" dirty="0"/>
                    </a:p>
                    <a:p>
                      <a:pPr marL="0" indent="0" latinLnBrk="1">
                        <a:buNone/>
                      </a:pPr>
                      <a:endParaRPr lang="en-US" altLang="ko-K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20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4618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6EAF7B-80B7-B8A1-DDC2-A711E721E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접근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4CC518-A2CF-A7F8-ED70-0FA47A472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학년 </a:t>
            </a:r>
            <a:r>
              <a:rPr lang="en-US" altLang="ko-KR" dirty="0"/>
              <a:t>X </a:t>
            </a:r>
            <a:r>
              <a:rPr lang="ko-KR" altLang="en-US" dirty="0"/>
              <a:t>성별 총 </a:t>
            </a:r>
            <a:r>
              <a:rPr lang="en-US" altLang="ko-KR" dirty="0"/>
              <a:t>6</a:t>
            </a:r>
            <a:r>
              <a:rPr lang="ko-KR" altLang="en-US" dirty="0"/>
              <a:t>개의 조합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sz="2000" dirty="0"/>
              <a:t>조합이 충분히 적으니</a:t>
            </a:r>
            <a:r>
              <a:rPr lang="en-US" altLang="ko-KR" sz="2000" dirty="0"/>
              <a:t>, query</a:t>
            </a:r>
            <a:r>
              <a:rPr lang="ko-KR" altLang="en-US" sz="2000" dirty="0"/>
              <a:t>함수에서 </a:t>
            </a:r>
            <a:r>
              <a:rPr lang="en-US" altLang="ko-KR" sz="2000" dirty="0" err="1"/>
              <a:t>lower_bound</a:t>
            </a:r>
            <a:r>
              <a:rPr lang="ko-KR" altLang="en-US" sz="2000" dirty="0"/>
              <a:t>연산을 </a:t>
            </a:r>
            <a:r>
              <a:rPr lang="en-US" altLang="ko-KR" sz="2000" dirty="0"/>
              <a:t>6</a:t>
            </a:r>
            <a:r>
              <a:rPr lang="ko-KR" altLang="en-US" sz="2000" dirty="0"/>
              <a:t>번 하면 되겠구나</a:t>
            </a:r>
            <a:r>
              <a:rPr lang="en-US" altLang="ko-KR" sz="2000" dirty="0"/>
              <a:t>!</a:t>
            </a:r>
          </a:p>
          <a:p>
            <a:pPr lvl="1"/>
            <a:r>
              <a:rPr lang="ko-KR" altLang="en-US" sz="2000" dirty="0"/>
              <a:t>그럼 </a:t>
            </a:r>
            <a:r>
              <a:rPr lang="ko-KR" altLang="en-US" sz="2000" dirty="0" err="1"/>
              <a:t>시간복잡도는</a:t>
            </a:r>
            <a:r>
              <a:rPr lang="ko-KR" altLang="en-US" sz="2000" dirty="0"/>
              <a:t> </a:t>
            </a:r>
            <a:r>
              <a:rPr lang="en-US" altLang="ko-KR" sz="2000" dirty="0"/>
              <a:t>6 * log(N)</a:t>
            </a:r>
            <a:r>
              <a:rPr lang="ko-KR" altLang="en-US" sz="2000" dirty="0"/>
              <a:t>에 처리 가능</a:t>
            </a:r>
            <a:r>
              <a:rPr lang="en-US" altLang="ko-KR" sz="2000" dirty="0"/>
              <a:t>!</a:t>
            </a:r>
          </a:p>
          <a:p>
            <a:pPr lvl="2"/>
            <a:r>
              <a:rPr lang="en-US" altLang="ko-KR" sz="1600" dirty="0"/>
              <a:t>add</a:t>
            </a:r>
            <a:r>
              <a:rPr lang="ko-KR" altLang="en-US" sz="1600" dirty="0"/>
              <a:t>가 최대 </a:t>
            </a:r>
            <a:r>
              <a:rPr lang="en-US" altLang="ko-KR" sz="1600" dirty="0"/>
              <a:t>20,000</a:t>
            </a:r>
            <a:r>
              <a:rPr lang="ko-KR" altLang="en-US" sz="1600" dirty="0"/>
              <a:t>이므로</a:t>
            </a:r>
            <a:r>
              <a:rPr lang="en-US" altLang="ko-KR" sz="1600" dirty="0"/>
              <a:t>, N</a:t>
            </a:r>
            <a:r>
              <a:rPr lang="ko-KR" altLang="en-US" sz="1600" dirty="0"/>
              <a:t>도 최대 </a:t>
            </a:r>
            <a:r>
              <a:rPr lang="en-US" altLang="ko-KR" sz="1600" dirty="0"/>
              <a:t>20,000</a:t>
            </a:r>
          </a:p>
          <a:p>
            <a:r>
              <a:rPr lang="en-US" altLang="ko-KR" sz="2400" dirty="0"/>
              <a:t>set</a:t>
            </a:r>
            <a:r>
              <a:rPr lang="ko-KR" altLang="en-US" sz="2400" dirty="0"/>
              <a:t>에 적절한 비교함수 필요</a:t>
            </a:r>
            <a:endParaRPr lang="en-US" altLang="ko-KR" sz="2400" dirty="0"/>
          </a:p>
          <a:p>
            <a:pPr lvl="1"/>
            <a:r>
              <a:rPr lang="en-US" altLang="ko-KR" sz="2000" dirty="0"/>
              <a:t>pair&lt;int, int&gt;</a:t>
            </a:r>
            <a:r>
              <a:rPr lang="ko-KR" altLang="en-US" sz="2000" dirty="0"/>
              <a:t>는 첫 원소부터 비교</a:t>
            </a:r>
            <a:endParaRPr lang="en-US" altLang="ko-KR" sz="2000" dirty="0"/>
          </a:p>
          <a:p>
            <a:pPr lvl="2"/>
            <a:r>
              <a:rPr lang="en-US" altLang="ko-KR" sz="1600" dirty="0"/>
              <a:t>first</a:t>
            </a:r>
            <a:r>
              <a:rPr lang="ko-KR" altLang="en-US" sz="1600" dirty="0"/>
              <a:t>가 다르다면 </a:t>
            </a:r>
            <a:r>
              <a:rPr lang="en-US" altLang="ko-KR" sz="1600" dirty="0"/>
              <a:t>first</a:t>
            </a:r>
            <a:r>
              <a:rPr lang="ko-KR" altLang="en-US" sz="1600" dirty="0"/>
              <a:t>로 비교</a:t>
            </a:r>
            <a:endParaRPr lang="en-US" altLang="ko-KR" sz="1600" dirty="0"/>
          </a:p>
          <a:p>
            <a:pPr lvl="2"/>
            <a:r>
              <a:rPr lang="en-US" altLang="ko-KR" sz="1600" dirty="0"/>
              <a:t>first</a:t>
            </a:r>
            <a:r>
              <a:rPr lang="ko-KR" altLang="en-US" sz="1600" dirty="0"/>
              <a:t>가 같다면 </a:t>
            </a:r>
            <a:r>
              <a:rPr lang="en-US" altLang="ko-KR" sz="1600" dirty="0"/>
              <a:t>second</a:t>
            </a:r>
            <a:r>
              <a:rPr lang="ko-KR" altLang="en-US" sz="1600" dirty="0"/>
              <a:t>로 비교</a:t>
            </a:r>
            <a:endParaRPr lang="en-US" altLang="ko-KR" sz="1600" dirty="0"/>
          </a:p>
          <a:p>
            <a:pPr lvl="1"/>
            <a:r>
              <a:rPr lang="ko-KR" altLang="en-US" sz="2000" dirty="0"/>
              <a:t>또는 </a:t>
            </a:r>
            <a:r>
              <a:rPr lang="en-US" altLang="ko-KR" sz="2000" dirty="0"/>
              <a:t>custom</a:t>
            </a:r>
            <a:r>
              <a:rPr lang="ko-KR" altLang="en-US" sz="2000" dirty="0"/>
              <a:t>함수 작성</a:t>
            </a:r>
          </a:p>
        </p:txBody>
      </p:sp>
    </p:spTree>
    <p:extLst>
      <p:ext uri="{BB962C8B-B14F-4D97-AF65-F5344CB8AC3E}">
        <p14:creationId xmlns:p14="http://schemas.microsoft.com/office/powerpoint/2010/main" val="4240787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18B32A4-40D5-41BA-B965-6D21731C8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586822"/>
            <a:ext cx="3657600" cy="1645920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3200" kern="1200" dirty="0">
                <a:latin typeface="+mj-lt"/>
                <a:ea typeface="+mj-ea"/>
                <a:cs typeface="+mj-cs"/>
              </a:rPr>
              <a:t>문제 구현 </a:t>
            </a:r>
            <a:r>
              <a:rPr lang="en-US" altLang="ko-KR" sz="3200" kern="1200" dirty="0">
                <a:latin typeface="+mj-lt"/>
                <a:ea typeface="+mj-ea"/>
                <a:cs typeface="+mj-cs"/>
              </a:rPr>
              <a:t>– set custom compare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7206101-C903-C3D8-BCE2-2DD6A0DE7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586822"/>
            <a:ext cx="6106742" cy="1645920"/>
          </a:xfrm>
        </p:spPr>
        <p:txBody>
          <a:bodyPr anchor="ctr">
            <a:normAutofit/>
          </a:bodyPr>
          <a:lstStyle/>
          <a:p>
            <a:r>
              <a:rPr lang="ko-KR" altLang="en-US" sz="1800" dirty="0"/>
              <a:t>두 방법 중 편하신 방법 사용하시면 되겠습니다</a:t>
            </a:r>
            <a:r>
              <a:rPr lang="en-US" altLang="ko-KR" sz="1800" dirty="0"/>
              <a:t>!</a:t>
            </a:r>
          </a:p>
          <a:p>
            <a:pPr lvl="1"/>
            <a:r>
              <a:rPr lang="ko-KR" altLang="en-US" sz="1400" dirty="0"/>
              <a:t>한 개의 </a:t>
            </a:r>
            <a:r>
              <a:rPr lang="en-US" altLang="ko-KR" sz="1400" dirty="0"/>
              <a:t>struct</a:t>
            </a:r>
            <a:r>
              <a:rPr lang="ko-KR" altLang="en-US" sz="1400" dirty="0"/>
              <a:t>에 여러 비교 방법이 존재할 수 있다면 </a:t>
            </a:r>
            <a:r>
              <a:rPr lang="en-US" altLang="ko-KR" sz="1400" dirty="0"/>
              <a:t>auto </a:t>
            </a:r>
            <a:r>
              <a:rPr lang="en-US" altLang="ko-KR" sz="1400" dirty="0" err="1"/>
              <a:t>cmp</a:t>
            </a:r>
            <a:r>
              <a:rPr lang="ko-KR" altLang="en-US" sz="1400" dirty="0"/>
              <a:t>방법이 선호됩니다</a:t>
            </a:r>
            <a:r>
              <a:rPr lang="en-US" altLang="ko-KR" sz="1400" dirty="0"/>
              <a:t>!</a:t>
            </a:r>
          </a:p>
          <a:p>
            <a:r>
              <a:rPr lang="en-US" sz="1800" dirty="0"/>
              <a:t>java</a:t>
            </a:r>
            <a:r>
              <a:rPr lang="ko-KR" altLang="en-US" sz="1800" dirty="0"/>
              <a:t>라면</a:t>
            </a:r>
            <a:r>
              <a:rPr lang="en-US" altLang="ko-KR" sz="1800" dirty="0"/>
              <a:t>? implement Comparable</a:t>
            </a:r>
            <a:endParaRPr lang="en-US" sz="1800" dirty="0"/>
          </a:p>
        </p:txBody>
      </p:sp>
      <p:pic>
        <p:nvPicPr>
          <p:cNvPr id="9" name="그림 8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C4102DD1-18DB-97C8-8F85-A18FEEE1F4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783" y="3196878"/>
            <a:ext cx="5481509" cy="2548901"/>
          </a:xfrm>
          <a:prstGeom prst="rect">
            <a:avLst/>
          </a:prstGeom>
        </p:spPr>
      </p:pic>
      <p:pic>
        <p:nvPicPr>
          <p:cNvPr id="5" name="내용 개체 틀 4" descr="텍스트, 스크린샷, 폰트, 디스플레이이(가) 표시된 사진&#10;&#10;자동 생성된 설명">
            <a:extLst>
              <a:ext uri="{FF2B5EF4-FFF2-40B4-BE49-F238E27FC236}">
                <a16:creationId xmlns:a16="http://schemas.microsoft.com/office/drawing/2014/main" id="{81ED7EA8-6D6B-4FC2-D541-1F0BBA8BF9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781" y="3283866"/>
            <a:ext cx="5523082" cy="237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365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1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3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B1879F-864D-9CC6-8E34-9BE318CAE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ko-KR" altLang="en-US" sz="3200"/>
              <a:t>문제 구현 </a:t>
            </a:r>
            <a:r>
              <a:rPr lang="en-US" altLang="ko-KR" sz="3200"/>
              <a:t>– init</a:t>
            </a:r>
            <a:endParaRPr lang="ko-KR" altLang="en-US" sz="3200"/>
          </a:p>
        </p:txBody>
      </p:sp>
      <p:sp>
        <p:nvSpPr>
          <p:cNvPr id="17" name="Rectangle 15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63328F4F-008A-C4E1-6D2D-75A6D7DA7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r>
              <a:rPr lang="ko-KR" altLang="en-US" sz="1800" dirty="0"/>
              <a:t>우리가 관리해야 하는 </a:t>
            </a:r>
            <a:r>
              <a:rPr lang="en-US" altLang="ko-KR" sz="1800" dirty="0"/>
              <a:t>set 6</a:t>
            </a:r>
            <a:r>
              <a:rPr lang="ko-KR" altLang="en-US" sz="1800" dirty="0"/>
              <a:t>개를 초기화 해줍니다</a:t>
            </a:r>
            <a:r>
              <a:rPr lang="en-US" altLang="ko-KR" sz="1800" dirty="0"/>
              <a:t>.</a:t>
            </a:r>
          </a:p>
          <a:p>
            <a:r>
              <a:rPr lang="en-US" sz="1800" dirty="0"/>
              <a:t>remove</a:t>
            </a:r>
            <a:r>
              <a:rPr lang="ko-KR" altLang="en-US" sz="1800" dirty="0" err="1"/>
              <a:t>할때는</a:t>
            </a:r>
            <a:r>
              <a:rPr lang="ko-KR" altLang="en-US" sz="1800" dirty="0"/>
              <a:t> </a:t>
            </a:r>
            <a:r>
              <a:rPr lang="en-US" altLang="ko-KR" sz="1800" dirty="0"/>
              <a:t>id</a:t>
            </a:r>
            <a:r>
              <a:rPr lang="ko-KR" altLang="en-US" sz="1800" dirty="0"/>
              <a:t>를 통해 </a:t>
            </a:r>
            <a:r>
              <a:rPr lang="en-US" altLang="ko-KR" sz="1800" dirty="0"/>
              <a:t>grade</a:t>
            </a:r>
            <a:r>
              <a:rPr lang="ko-KR" altLang="en-US" sz="1800" dirty="0"/>
              <a:t>와 </a:t>
            </a:r>
            <a:r>
              <a:rPr lang="en-US" altLang="ko-KR" sz="1800" dirty="0"/>
              <a:t>gender</a:t>
            </a:r>
            <a:r>
              <a:rPr lang="ko-KR" altLang="en-US" sz="1800" dirty="0"/>
              <a:t>를 알아내야 하기 때문에 </a:t>
            </a:r>
            <a:r>
              <a:rPr lang="en-US" altLang="ko-KR" sz="1800" dirty="0" err="1"/>
              <a:t>unordered_map</a:t>
            </a:r>
            <a:r>
              <a:rPr lang="ko-KR" altLang="en-US" sz="1800" dirty="0"/>
              <a:t>을 추가로 사용 했습니다</a:t>
            </a:r>
            <a:r>
              <a:rPr lang="en-US" altLang="ko-KR" sz="1800" dirty="0"/>
              <a:t>.</a:t>
            </a:r>
            <a:endParaRPr lang="en-US" sz="1800" dirty="0"/>
          </a:p>
        </p:txBody>
      </p:sp>
      <p:pic>
        <p:nvPicPr>
          <p:cNvPr id="5" name="내용 개체 틀 4" descr="텍스트, 스크린샷, 디스플레이, 폰트이(가) 표시된 사진&#10;&#10;자동 생성된 설명">
            <a:extLst>
              <a:ext uri="{FF2B5EF4-FFF2-40B4-BE49-F238E27FC236}">
                <a16:creationId xmlns:a16="http://schemas.microsoft.com/office/drawing/2014/main" id="{46450D5A-DE18-5B59-F9F2-DC10529C82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6477" y="2734056"/>
            <a:ext cx="5067438" cy="348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856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C50393-F7B0-5BF7-FB93-566483BA4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ko-KR" altLang="en-US" sz="3200" dirty="0"/>
              <a:t>문제 구현 </a:t>
            </a:r>
            <a:r>
              <a:rPr lang="en-US" altLang="ko-KR" sz="3200" dirty="0"/>
              <a:t>- add</a:t>
            </a:r>
            <a:endParaRPr lang="ko-KR" altLang="en-US" sz="32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0D600C9-4698-B06B-4241-ED17D51DB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r>
              <a:rPr lang="ko-KR" altLang="en-US" sz="1800" dirty="0"/>
              <a:t>해당하는 </a:t>
            </a:r>
            <a:r>
              <a:rPr lang="en-US" altLang="ko-KR" sz="1800" dirty="0"/>
              <a:t>set</a:t>
            </a:r>
            <a:r>
              <a:rPr lang="ko-KR" altLang="en-US" sz="1800" dirty="0"/>
              <a:t>에 학생을 넣어줍니다</a:t>
            </a:r>
            <a:r>
              <a:rPr lang="en-US" altLang="ko-KR" sz="1800" dirty="0"/>
              <a:t>.</a:t>
            </a:r>
          </a:p>
          <a:p>
            <a:r>
              <a:rPr lang="en-US" sz="1800" dirty="0" err="1"/>
              <a:t>tps</a:t>
            </a:r>
            <a:r>
              <a:rPr lang="ko-KR" altLang="en-US" sz="1800" dirty="0"/>
              <a:t>에도 넣어줍니다</a:t>
            </a:r>
            <a:r>
              <a:rPr lang="en-US" altLang="ko-KR" sz="1800" dirty="0"/>
              <a:t>. – remove</a:t>
            </a:r>
            <a:r>
              <a:rPr lang="ko-KR" altLang="en-US" sz="1800" dirty="0" err="1"/>
              <a:t>할때</a:t>
            </a:r>
            <a:r>
              <a:rPr lang="ko-KR" altLang="en-US" sz="1800" dirty="0"/>
              <a:t> 찾는 용도</a:t>
            </a:r>
            <a:endParaRPr lang="en-US" altLang="ko-KR" sz="1800" dirty="0"/>
          </a:p>
          <a:p>
            <a:r>
              <a:rPr lang="ko-KR" altLang="en-US" sz="1800" dirty="0"/>
              <a:t>문자열을 전부 비교해줄 필요 없이 맨 </a:t>
            </a:r>
            <a:r>
              <a:rPr lang="ko-KR" altLang="en-US" sz="1800" dirty="0" err="1"/>
              <a:t>앞글자가</a:t>
            </a:r>
            <a:r>
              <a:rPr lang="ko-KR" altLang="en-US" sz="1800" dirty="0"/>
              <a:t> </a:t>
            </a:r>
            <a:r>
              <a:rPr lang="en-US" altLang="ko-KR" sz="1800" dirty="0"/>
              <a:t>‘f’</a:t>
            </a:r>
            <a:r>
              <a:rPr lang="ko-KR" altLang="en-US" sz="1800" dirty="0"/>
              <a:t>인지만 확인하면 성별을 알 수 있습니다</a:t>
            </a:r>
            <a:r>
              <a:rPr lang="en-US" altLang="ko-KR" sz="1800" dirty="0"/>
              <a:t>.</a:t>
            </a:r>
          </a:p>
        </p:txBody>
      </p:sp>
      <p:pic>
        <p:nvPicPr>
          <p:cNvPr id="5" name="내용 개체 틀 4" descr="텍스트, 스크린샷, 멀티미디어, 디스플레이이(가) 표시된 사진&#10;&#10;자동 생성된 설명">
            <a:extLst>
              <a:ext uri="{FF2B5EF4-FFF2-40B4-BE49-F238E27FC236}">
                <a16:creationId xmlns:a16="http://schemas.microsoft.com/office/drawing/2014/main" id="{131E8141-78EB-B63A-C6D6-EB4D5DFBC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500" y="2734056"/>
            <a:ext cx="8149391" cy="348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091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3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5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C50393-F7B0-5BF7-FB93-566483BA4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ko-KR" altLang="en-US" sz="3200" dirty="0"/>
              <a:t>문제 구현 </a:t>
            </a:r>
            <a:r>
              <a:rPr lang="en-US" altLang="ko-KR" sz="3200" dirty="0"/>
              <a:t>- remove</a:t>
            </a:r>
            <a:endParaRPr lang="ko-KR" altLang="en-US" sz="3200" dirty="0"/>
          </a:p>
        </p:txBody>
      </p:sp>
      <p:sp>
        <p:nvSpPr>
          <p:cNvPr id="15" name="Rectangle 17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0D600C9-4698-B06B-4241-ED17D51DB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r>
              <a:rPr lang="en-US" altLang="ko-KR" sz="1800" dirty="0" err="1"/>
              <a:t>tps</a:t>
            </a:r>
            <a:r>
              <a:rPr lang="ko-KR" altLang="en-US" sz="1800" dirty="0"/>
              <a:t>를 통해 </a:t>
            </a:r>
            <a:r>
              <a:rPr lang="en-US" altLang="ko-KR" sz="1800" dirty="0" err="1"/>
              <a:t>mId</a:t>
            </a:r>
            <a:r>
              <a:rPr lang="ko-KR" altLang="en-US" sz="1800" dirty="0"/>
              <a:t>가 어느 </a:t>
            </a:r>
            <a:r>
              <a:rPr lang="en-US" altLang="ko-KR" sz="1800" dirty="0"/>
              <a:t>set</a:t>
            </a:r>
            <a:r>
              <a:rPr lang="ko-KR" altLang="en-US" sz="1800" dirty="0"/>
              <a:t>에 포함되어 있는지 알아냅니다</a:t>
            </a:r>
            <a:r>
              <a:rPr lang="en-US" altLang="ko-KR" sz="1800" dirty="0"/>
              <a:t>. </a:t>
            </a:r>
            <a:r>
              <a:rPr lang="ko-KR" altLang="en-US" sz="1800" dirty="0"/>
              <a:t>이 해당 </a:t>
            </a:r>
            <a:r>
              <a:rPr lang="en-US" altLang="ko-KR" sz="1800" dirty="0"/>
              <a:t>set</a:t>
            </a:r>
            <a:r>
              <a:rPr lang="ko-KR" altLang="en-US" sz="1800" dirty="0"/>
              <a:t>에서 제거해줍니다</a:t>
            </a:r>
            <a:r>
              <a:rPr lang="en-US" altLang="ko-KR" sz="1800" dirty="0"/>
              <a:t>.</a:t>
            </a:r>
          </a:p>
          <a:p>
            <a:r>
              <a:rPr lang="en-US" altLang="ko-KR" sz="1800" dirty="0" err="1"/>
              <a:t>mId</a:t>
            </a:r>
            <a:r>
              <a:rPr lang="ko-KR" altLang="en-US" sz="1800" dirty="0"/>
              <a:t>가 없으면 </a:t>
            </a:r>
            <a:r>
              <a:rPr lang="en-US" altLang="ko-KR" sz="1800" dirty="0"/>
              <a:t>return 0</a:t>
            </a:r>
            <a:r>
              <a:rPr lang="ko-KR" altLang="en-US" sz="1800" dirty="0"/>
              <a:t>을 잊지 맙시다</a:t>
            </a:r>
            <a:r>
              <a:rPr lang="en-US" altLang="ko-KR" sz="1800" dirty="0"/>
              <a:t>.</a:t>
            </a:r>
          </a:p>
        </p:txBody>
      </p:sp>
      <p:pic>
        <p:nvPicPr>
          <p:cNvPr id="4" name="그림 3" descr="텍스트, 스크린샷, 폰트, 소프트웨어이(가) 표시된 사진&#10;&#10;자동 생성된 설명">
            <a:extLst>
              <a:ext uri="{FF2B5EF4-FFF2-40B4-BE49-F238E27FC236}">
                <a16:creationId xmlns:a16="http://schemas.microsoft.com/office/drawing/2014/main" id="{10D25C26-2E83-098F-CA11-109BB0C5C8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4085" y="2734056"/>
            <a:ext cx="4452222" cy="348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673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E734EE1-C8EC-1349-7088-DEA34FC21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ko-KR" altLang="en-US" sz="3200"/>
              <a:t>문제 구현 </a:t>
            </a:r>
            <a:r>
              <a:rPr lang="en-US" altLang="ko-KR" sz="3200"/>
              <a:t>- query</a:t>
            </a:r>
            <a:endParaRPr lang="ko-KR" altLang="en-US" sz="320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Content Placeholder 8">
            <a:extLst>
              <a:ext uri="{FF2B5EF4-FFF2-40B4-BE49-F238E27FC236}">
                <a16:creationId xmlns:a16="http://schemas.microsoft.com/office/drawing/2014/main" id="{EF4E8819-492A-F8D1-34EE-5A5D4CB36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r>
              <a:rPr lang="ko-KR" altLang="en-US" sz="1800" dirty="0"/>
              <a:t>해당하는 </a:t>
            </a:r>
            <a:r>
              <a:rPr lang="en-US" altLang="ko-KR" sz="1800" dirty="0"/>
              <a:t>set</a:t>
            </a:r>
            <a:r>
              <a:rPr lang="ko-KR" altLang="en-US" sz="1800" dirty="0"/>
              <a:t>을 순회하면서 </a:t>
            </a:r>
            <a:r>
              <a:rPr lang="en-US" altLang="ko-KR" sz="1800"/>
              <a:t>lower_bound</a:t>
            </a:r>
            <a:r>
              <a:rPr lang="ko-KR" altLang="en-US" sz="1800" dirty="0"/>
              <a:t>연산을 사용 해줍니다</a:t>
            </a:r>
            <a:r>
              <a:rPr lang="en-US" altLang="ko-KR" sz="1800" dirty="0"/>
              <a:t>.</a:t>
            </a:r>
          </a:p>
          <a:p>
            <a:r>
              <a:rPr lang="en-US" altLang="ko-KR" sz="1800" dirty="0"/>
              <a:t>score</a:t>
            </a:r>
            <a:r>
              <a:rPr lang="ko-KR" altLang="en-US" sz="1800" dirty="0"/>
              <a:t>가 같으면 </a:t>
            </a:r>
            <a:r>
              <a:rPr lang="en-US" altLang="ko-KR" sz="1800" dirty="0"/>
              <a:t>id</a:t>
            </a:r>
            <a:r>
              <a:rPr lang="ko-KR" altLang="en-US" sz="1800" dirty="0"/>
              <a:t>로 비교하기 때문에</a:t>
            </a:r>
            <a:r>
              <a:rPr lang="en-US" altLang="ko-KR" sz="1800" dirty="0"/>
              <a:t>, </a:t>
            </a:r>
            <a:r>
              <a:rPr lang="en-US" altLang="ko-KR" sz="1800"/>
              <a:t>lower_bound</a:t>
            </a:r>
            <a:r>
              <a:rPr lang="ko-KR" altLang="en-US" sz="1800" dirty="0"/>
              <a:t>에서</a:t>
            </a:r>
            <a:r>
              <a:rPr lang="en-US" altLang="ko-KR" sz="1800" dirty="0"/>
              <a:t> id = 0</a:t>
            </a:r>
            <a:r>
              <a:rPr lang="ko-KR" altLang="en-US" sz="1800" dirty="0"/>
              <a:t>으로 설정해줍시다</a:t>
            </a:r>
            <a:r>
              <a:rPr lang="en-US" altLang="ko-KR" sz="1800" dirty="0"/>
              <a:t>.</a:t>
            </a:r>
            <a:endParaRPr lang="en-US" sz="1800" dirty="0"/>
          </a:p>
        </p:txBody>
      </p:sp>
      <p:pic>
        <p:nvPicPr>
          <p:cNvPr id="7" name="그림 6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D875FCE6-6D04-BBC8-B677-811ED88B5D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7956" y="2734056"/>
            <a:ext cx="6604480" cy="348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283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626B36-DA7C-600A-A0A6-64A247C19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Q&amp;A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1353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628</Words>
  <Application>Microsoft Office PowerPoint</Application>
  <PresentationFormat>와이드스크린</PresentationFormat>
  <Paragraphs>82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맑은 고딕</vt:lpstr>
      <vt:lpstr>Arial</vt:lpstr>
      <vt:lpstr>Calibri</vt:lpstr>
      <vt:lpstr>Wingdings</vt:lpstr>
      <vt:lpstr>Office 테마</vt:lpstr>
      <vt:lpstr>성적 조회</vt:lpstr>
      <vt:lpstr>문제 소개</vt:lpstr>
      <vt:lpstr>문제 소개 - init</vt:lpstr>
      <vt:lpstr>문제 소개 – add, remove</vt:lpstr>
      <vt:lpstr>문제 소개</vt:lpstr>
      <vt:lpstr>문제 접근</vt:lpstr>
      <vt:lpstr>문제 구현 – set custom compare</vt:lpstr>
      <vt:lpstr>문제 구현 – init</vt:lpstr>
      <vt:lpstr>문제 구현 - add</vt:lpstr>
      <vt:lpstr>문제 구현 - remove</vt:lpstr>
      <vt:lpstr>문제 구현 - query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성적 조회</dc:title>
  <dc:creator>이승재</dc:creator>
  <cp:lastModifiedBy>이승재</cp:lastModifiedBy>
  <cp:revision>1</cp:revision>
  <dcterms:created xsi:type="dcterms:W3CDTF">2024-01-23T07:16:59Z</dcterms:created>
  <dcterms:modified xsi:type="dcterms:W3CDTF">2024-01-23T08:51:07Z</dcterms:modified>
</cp:coreProperties>
</file>